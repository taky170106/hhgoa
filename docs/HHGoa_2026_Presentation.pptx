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2" r:id="rId12"/>
    <p:sldId id="263" r:id="rId13"/>
    <p:sldId id="261" r:id="rId11"/>
  </p:sldIdLst>
  <p:sldSz cx="18288000" cy="10287000"/>
  <p:notesSz cx="18288000" cy="10287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933265" y="440997"/>
            <a:ext cx="8421468" cy="695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63500">
              <a:lnSpc>
                <a:spcPts val="3370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63500">
              <a:lnSpc>
                <a:spcPts val="3370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63500">
              <a:lnSpc>
                <a:spcPts val="3370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63500">
              <a:lnSpc>
                <a:spcPts val="3370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63500">
              <a:lnSpc>
                <a:spcPts val="3370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Relationship Id="rId8" Type="http://schemas.openxmlformats.org/officeDocument/2006/relationships/image" Target="../media/image2.png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8287999" cy="10286999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0" y="9660116"/>
            <a:ext cx="18288000" cy="168275"/>
          </a:xfrm>
          <a:custGeom>
            <a:avLst/>
            <a:gdLst/>
            <a:ahLst/>
            <a:cxnLst/>
            <a:rect l="l" t="t" r="r" b="b"/>
            <a:pathLst>
              <a:path w="18288000" h="168275">
                <a:moveTo>
                  <a:pt x="0" y="168077"/>
                </a:moveTo>
                <a:lnTo>
                  <a:pt x="18288000" y="168077"/>
                </a:lnTo>
                <a:lnTo>
                  <a:pt x="18288000" y="0"/>
                </a:lnTo>
                <a:lnTo>
                  <a:pt x="0" y="0"/>
                </a:lnTo>
                <a:lnTo>
                  <a:pt x="0" y="168077"/>
                </a:lnTo>
                <a:close/>
              </a:path>
            </a:pathLst>
          </a:custGeom>
          <a:solidFill>
            <a:srgbClr val="91ED2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0" y="9828193"/>
            <a:ext cx="18288000" cy="459105"/>
          </a:xfrm>
          <a:custGeom>
            <a:avLst/>
            <a:gdLst/>
            <a:ahLst/>
            <a:cxnLst/>
            <a:rect l="l" t="t" r="r" b="b"/>
            <a:pathLst>
              <a:path w="18288000" h="459104">
                <a:moveTo>
                  <a:pt x="18287999" y="458805"/>
                </a:moveTo>
                <a:lnTo>
                  <a:pt x="0" y="458805"/>
                </a:lnTo>
                <a:lnTo>
                  <a:pt x="0" y="0"/>
                </a:lnTo>
                <a:lnTo>
                  <a:pt x="18287999" y="0"/>
                </a:lnTo>
                <a:lnTo>
                  <a:pt x="18287999" y="458805"/>
                </a:lnTo>
                <a:close/>
              </a:path>
            </a:pathLst>
          </a:custGeom>
          <a:solidFill>
            <a:srgbClr val="004403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9" name="bg object 1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0" y="8359671"/>
            <a:ext cx="2006735" cy="1927327"/>
          </a:xfrm>
          <a:prstGeom prst="rect">
            <a:avLst/>
          </a:prstGeom>
        </p:spPr>
      </p:pic>
      <p:sp>
        <p:nvSpPr>
          <p:cNvPr id="20" name="bg object 20"/>
          <p:cNvSpPr/>
          <p:nvPr/>
        </p:nvSpPr>
        <p:spPr>
          <a:xfrm>
            <a:off x="16855682" y="9891839"/>
            <a:ext cx="1432560" cy="333375"/>
          </a:xfrm>
          <a:custGeom>
            <a:avLst/>
            <a:gdLst/>
            <a:ahLst/>
            <a:cxnLst/>
            <a:rect l="l" t="t" r="r" b="b"/>
            <a:pathLst>
              <a:path w="1432559" h="333375">
                <a:moveTo>
                  <a:pt x="409778" y="0"/>
                </a:moveTo>
                <a:lnTo>
                  <a:pt x="273545" y="0"/>
                </a:lnTo>
                <a:lnTo>
                  <a:pt x="0" y="330276"/>
                </a:lnTo>
                <a:lnTo>
                  <a:pt x="0" y="333375"/>
                </a:lnTo>
                <a:lnTo>
                  <a:pt x="135991" y="333375"/>
                </a:lnTo>
                <a:lnTo>
                  <a:pt x="409778" y="0"/>
                </a:lnTo>
                <a:close/>
              </a:path>
              <a:path w="1432559" h="333375">
                <a:moveTo>
                  <a:pt x="600125" y="0"/>
                </a:moveTo>
                <a:lnTo>
                  <a:pt x="463892" y="0"/>
                </a:lnTo>
                <a:lnTo>
                  <a:pt x="187769" y="333375"/>
                </a:lnTo>
                <a:lnTo>
                  <a:pt x="326339" y="333375"/>
                </a:lnTo>
                <a:lnTo>
                  <a:pt x="600125" y="0"/>
                </a:lnTo>
                <a:close/>
              </a:path>
              <a:path w="1432559" h="333375">
                <a:moveTo>
                  <a:pt x="1432306" y="0"/>
                </a:moveTo>
                <a:lnTo>
                  <a:pt x="653122" y="0"/>
                </a:lnTo>
                <a:lnTo>
                  <a:pt x="377012" y="333375"/>
                </a:lnTo>
                <a:lnTo>
                  <a:pt x="1432306" y="333375"/>
                </a:lnTo>
                <a:lnTo>
                  <a:pt x="1432306" y="0"/>
                </a:lnTo>
                <a:close/>
              </a:path>
            </a:pathLst>
          </a:custGeom>
          <a:solidFill>
            <a:srgbClr val="8BEF37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1" name="bg object 21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2103768" y="0"/>
            <a:ext cx="6190509" cy="36744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209004" y="440997"/>
            <a:ext cx="7869991" cy="77214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86759" y="3003667"/>
            <a:ext cx="10802620" cy="34277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7618205" y="9828744"/>
            <a:ext cx="381000" cy="447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63500">
              <a:lnSpc>
                <a:spcPts val="3370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3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3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8287999" cy="1028699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9660116"/>
              <a:ext cx="18288000" cy="168275"/>
            </a:xfrm>
            <a:custGeom>
              <a:avLst/>
              <a:gdLst/>
              <a:ahLst/>
              <a:cxnLst/>
              <a:rect l="l" t="t" r="r" b="b"/>
              <a:pathLst>
                <a:path w="18288000" h="168275">
                  <a:moveTo>
                    <a:pt x="0" y="168077"/>
                  </a:moveTo>
                  <a:lnTo>
                    <a:pt x="18288000" y="168077"/>
                  </a:lnTo>
                  <a:lnTo>
                    <a:pt x="18288000" y="0"/>
                  </a:lnTo>
                  <a:lnTo>
                    <a:pt x="0" y="0"/>
                  </a:lnTo>
                  <a:lnTo>
                    <a:pt x="0" y="168077"/>
                  </a:lnTo>
                  <a:close/>
                </a:path>
              </a:pathLst>
            </a:custGeom>
            <a:solidFill>
              <a:srgbClr val="91ED2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0" y="9828193"/>
              <a:ext cx="18288000" cy="459105"/>
            </a:xfrm>
            <a:custGeom>
              <a:avLst/>
              <a:gdLst/>
              <a:ahLst/>
              <a:cxnLst/>
              <a:rect l="l" t="t" r="r" b="b"/>
              <a:pathLst>
                <a:path w="18288000" h="459104">
                  <a:moveTo>
                    <a:pt x="18287999" y="458805"/>
                  </a:moveTo>
                  <a:lnTo>
                    <a:pt x="0" y="458805"/>
                  </a:lnTo>
                  <a:lnTo>
                    <a:pt x="0" y="0"/>
                  </a:lnTo>
                  <a:lnTo>
                    <a:pt x="18287999" y="0"/>
                  </a:lnTo>
                  <a:lnTo>
                    <a:pt x="18287999" y="458805"/>
                  </a:lnTo>
                  <a:close/>
                </a:path>
              </a:pathLst>
            </a:custGeom>
            <a:solidFill>
              <a:srgbClr val="00440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/>
          <p:nvPr/>
        </p:nvSpPr>
        <p:spPr>
          <a:xfrm>
            <a:off x="0" y="420096"/>
            <a:ext cx="4926330" cy="843915"/>
          </a:xfrm>
          <a:custGeom>
            <a:avLst/>
            <a:gdLst/>
            <a:ahLst/>
            <a:cxnLst/>
            <a:rect l="l" t="t" r="r" b="b"/>
            <a:pathLst>
              <a:path w="4926330" h="843915">
                <a:moveTo>
                  <a:pt x="0" y="101316"/>
                </a:moveTo>
                <a:lnTo>
                  <a:pt x="0" y="0"/>
                </a:lnTo>
                <a:lnTo>
                  <a:pt x="6712" y="6792"/>
                </a:lnTo>
                <a:lnTo>
                  <a:pt x="17263" y="27663"/>
                </a:lnTo>
                <a:lnTo>
                  <a:pt x="1471154" y="27663"/>
                </a:lnTo>
                <a:lnTo>
                  <a:pt x="1517268" y="73778"/>
                </a:lnTo>
                <a:lnTo>
                  <a:pt x="17263" y="73778"/>
                </a:lnTo>
                <a:lnTo>
                  <a:pt x="6745" y="94410"/>
                </a:lnTo>
                <a:lnTo>
                  <a:pt x="6649" y="94599"/>
                </a:lnTo>
                <a:lnTo>
                  <a:pt x="0" y="101316"/>
                </a:lnTo>
                <a:close/>
              </a:path>
              <a:path w="4926330" h="843915">
                <a:moveTo>
                  <a:pt x="1655722" y="420253"/>
                </a:moveTo>
                <a:lnTo>
                  <a:pt x="1590103" y="420253"/>
                </a:lnTo>
                <a:lnTo>
                  <a:pt x="1694283" y="316074"/>
                </a:lnTo>
                <a:lnTo>
                  <a:pt x="1451986" y="73778"/>
                </a:lnTo>
                <a:lnTo>
                  <a:pt x="1517268" y="73778"/>
                </a:lnTo>
                <a:lnTo>
                  <a:pt x="1726980" y="283489"/>
                </a:lnTo>
                <a:lnTo>
                  <a:pt x="1792486" y="283489"/>
                </a:lnTo>
                <a:lnTo>
                  <a:pt x="1759902" y="316074"/>
                </a:lnTo>
                <a:lnTo>
                  <a:pt x="1759677" y="316074"/>
                </a:lnTo>
                <a:lnTo>
                  <a:pt x="1792599" y="348996"/>
                </a:lnTo>
                <a:lnTo>
                  <a:pt x="1726980" y="348996"/>
                </a:lnTo>
                <a:lnTo>
                  <a:pt x="1655722" y="420253"/>
                </a:lnTo>
                <a:close/>
              </a:path>
              <a:path w="4926330" h="843915">
                <a:moveTo>
                  <a:pt x="1792486" y="283489"/>
                </a:moveTo>
                <a:lnTo>
                  <a:pt x="1726980" y="283489"/>
                </a:lnTo>
                <a:lnTo>
                  <a:pt x="1916059" y="94410"/>
                </a:lnTo>
                <a:lnTo>
                  <a:pt x="3733563" y="94410"/>
                </a:lnTo>
                <a:lnTo>
                  <a:pt x="3733563" y="140750"/>
                </a:lnTo>
                <a:lnTo>
                  <a:pt x="1935226" y="140750"/>
                </a:lnTo>
                <a:lnTo>
                  <a:pt x="1792486" y="283489"/>
                </a:lnTo>
                <a:close/>
              </a:path>
              <a:path w="4926330" h="843915">
                <a:moveTo>
                  <a:pt x="1446011" y="629628"/>
                </a:moveTo>
                <a:lnTo>
                  <a:pt x="0" y="629628"/>
                </a:lnTo>
                <a:lnTo>
                  <a:pt x="0" y="583400"/>
                </a:lnTo>
                <a:lnTo>
                  <a:pt x="1426956" y="583400"/>
                </a:lnTo>
                <a:lnTo>
                  <a:pt x="1557406" y="452950"/>
                </a:lnTo>
                <a:lnTo>
                  <a:pt x="1433721" y="329265"/>
                </a:lnTo>
                <a:lnTo>
                  <a:pt x="0" y="329265"/>
                </a:lnTo>
                <a:lnTo>
                  <a:pt x="0" y="282926"/>
                </a:lnTo>
                <a:lnTo>
                  <a:pt x="1452776" y="282926"/>
                </a:lnTo>
                <a:lnTo>
                  <a:pt x="1590103" y="420253"/>
                </a:lnTo>
                <a:lnTo>
                  <a:pt x="1655722" y="420253"/>
                </a:lnTo>
                <a:lnTo>
                  <a:pt x="1622800" y="453175"/>
                </a:lnTo>
                <a:lnTo>
                  <a:pt x="1655273" y="485648"/>
                </a:lnTo>
                <a:lnTo>
                  <a:pt x="1589990" y="485648"/>
                </a:lnTo>
                <a:lnTo>
                  <a:pt x="1446011" y="629628"/>
                </a:lnTo>
                <a:close/>
              </a:path>
              <a:path w="4926330" h="843915">
                <a:moveTo>
                  <a:pt x="4222963" y="386541"/>
                </a:moveTo>
                <a:lnTo>
                  <a:pt x="4081053" y="386541"/>
                </a:lnTo>
                <a:lnTo>
                  <a:pt x="4091667" y="365720"/>
                </a:lnTo>
                <a:lnTo>
                  <a:pt x="4107958" y="349264"/>
                </a:lnTo>
                <a:lnTo>
                  <a:pt x="4128667" y="338452"/>
                </a:lnTo>
                <a:lnTo>
                  <a:pt x="4152536" y="334564"/>
                </a:lnTo>
                <a:lnTo>
                  <a:pt x="4181773" y="340462"/>
                </a:lnTo>
                <a:lnTo>
                  <a:pt x="4205640" y="356550"/>
                </a:lnTo>
                <a:lnTo>
                  <a:pt x="4221728" y="380418"/>
                </a:lnTo>
                <a:lnTo>
                  <a:pt x="4222963" y="386541"/>
                </a:lnTo>
                <a:close/>
              </a:path>
              <a:path w="4926330" h="843915">
                <a:moveTo>
                  <a:pt x="2047072" y="603470"/>
                </a:moveTo>
                <a:lnTo>
                  <a:pt x="1981453" y="603470"/>
                </a:lnTo>
                <a:lnTo>
                  <a:pt x="1726980" y="348996"/>
                </a:lnTo>
                <a:lnTo>
                  <a:pt x="1792599" y="348996"/>
                </a:lnTo>
                <a:lnTo>
                  <a:pt x="1830145" y="386541"/>
                </a:lnTo>
                <a:lnTo>
                  <a:pt x="4222963" y="386541"/>
                </a:lnTo>
                <a:lnTo>
                  <a:pt x="4227626" y="409655"/>
                </a:lnTo>
                <a:lnTo>
                  <a:pt x="4222963" y="432768"/>
                </a:lnTo>
                <a:lnTo>
                  <a:pt x="1876371" y="432768"/>
                </a:lnTo>
                <a:lnTo>
                  <a:pt x="2047072" y="603470"/>
                </a:lnTo>
                <a:close/>
              </a:path>
              <a:path w="4926330" h="843915">
                <a:moveTo>
                  <a:pt x="4152536" y="484745"/>
                </a:moveTo>
                <a:lnTo>
                  <a:pt x="4128667" y="480873"/>
                </a:lnTo>
                <a:lnTo>
                  <a:pt x="4107958" y="470088"/>
                </a:lnTo>
                <a:lnTo>
                  <a:pt x="4091667" y="453637"/>
                </a:lnTo>
                <a:lnTo>
                  <a:pt x="4081053" y="432768"/>
                </a:lnTo>
                <a:lnTo>
                  <a:pt x="4222963" y="432768"/>
                </a:lnTo>
                <a:lnTo>
                  <a:pt x="4221728" y="438892"/>
                </a:lnTo>
                <a:lnTo>
                  <a:pt x="4205640" y="462759"/>
                </a:lnTo>
                <a:lnTo>
                  <a:pt x="4181773" y="478847"/>
                </a:lnTo>
                <a:lnTo>
                  <a:pt x="4152536" y="484745"/>
                </a:lnTo>
                <a:close/>
              </a:path>
              <a:path w="4926330" h="843915">
                <a:moveTo>
                  <a:pt x="4127506" y="649697"/>
                </a:moveTo>
                <a:lnTo>
                  <a:pt x="1754039" y="649697"/>
                </a:lnTo>
                <a:lnTo>
                  <a:pt x="1589990" y="485648"/>
                </a:lnTo>
                <a:lnTo>
                  <a:pt x="1655273" y="485648"/>
                </a:lnTo>
                <a:lnTo>
                  <a:pt x="1773094" y="603470"/>
                </a:lnTo>
                <a:lnTo>
                  <a:pt x="4127506" y="603470"/>
                </a:lnTo>
                <a:lnTo>
                  <a:pt x="4127506" y="649697"/>
                </a:lnTo>
                <a:close/>
              </a:path>
              <a:path w="4926330" h="843915">
                <a:moveTo>
                  <a:pt x="4853718" y="843624"/>
                </a:moveTo>
                <a:lnTo>
                  <a:pt x="4829848" y="839752"/>
                </a:lnTo>
                <a:lnTo>
                  <a:pt x="4809140" y="828967"/>
                </a:lnTo>
                <a:lnTo>
                  <a:pt x="4792849" y="812516"/>
                </a:lnTo>
                <a:lnTo>
                  <a:pt x="4782235" y="791647"/>
                </a:lnTo>
                <a:lnTo>
                  <a:pt x="2169742" y="791647"/>
                </a:lnTo>
                <a:lnTo>
                  <a:pt x="2027792" y="649697"/>
                </a:lnTo>
                <a:lnTo>
                  <a:pt x="2093300" y="649697"/>
                </a:lnTo>
                <a:lnTo>
                  <a:pt x="2189023" y="745420"/>
                </a:lnTo>
                <a:lnTo>
                  <a:pt x="4924145" y="745420"/>
                </a:lnTo>
                <a:lnTo>
                  <a:pt x="4926314" y="756172"/>
                </a:lnTo>
                <a:lnTo>
                  <a:pt x="4926314" y="780895"/>
                </a:lnTo>
                <a:lnTo>
                  <a:pt x="4922910" y="797770"/>
                </a:lnTo>
                <a:lnTo>
                  <a:pt x="4906822" y="821638"/>
                </a:lnTo>
                <a:lnTo>
                  <a:pt x="4882955" y="837726"/>
                </a:lnTo>
                <a:lnTo>
                  <a:pt x="4853718" y="843624"/>
                </a:lnTo>
                <a:close/>
              </a:path>
              <a:path w="4926330" h="843915">
                <a:moveTo>
                  <a:pt x="4924145" y="745420"/>
                </a:moveTo>
                <a:lnTo>
                  <a:pt x="4782235" y="745420"/>
                </a:lnTo>
                <a:lnTo>
                  <a:pt x="4792849" y="724598"/>
                </a:lnTo>
                <a:lnTo>
                  <a:pt x="4809140" y="708142"/>
                </a:lnTo>
                <a:lnTo>
                  <a:pt x="4829848" y="697331"/>
                </a:lnTo>
                <a:lnTo>
                  <a:pt x="4853718" y="693443"/>
                </a:lnTo>
                <a:lnTo>
                  <a:pt x="4882955" y="699341"/>
                </a:lnTo>
                <a:lnTo>
                  <a:pt x="4906822" y="715429"/>
                </a:lnTo>
                <a:lnTo>
                  <a:pt x="4922910" y="739296"/>
                </a:lnTo>
                <a:lnTo>
                  <a:pt x="4924145" y="745420"/>
                </a:lnTo>
                <a:close/>
              </a:path>
            </a:pathLst>
          </a:custGeom>
          <a:solidFill>
            <a:srgbClr val="8BEF3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238248" y="190417"/>
            <a:ext cx="3084830" cy="1278255"/>
          </a:xfrm>
          <a:custGeom>
            <a:avLst/>
            <a:gdLst/>
            <a:ahLst/>
            <a:cxnLst/>
            <a:rect l="l" t="t" r="r" b="b"/>
            <a:pathLst>
              <a:path w="3084829" h="1278255">
                <a:moveTo>
                  <a:pt x="2447187" y="1277823"/>
                </a:moveTo>
                <a:lnTo>
                  <a:pt x="638911" y="1277823"/>
                </a:lnTo>
                <a:lnTo>
                  <a:pt x="591229" y="1276071"/>
                </a:lnTo>
                <a:lnTo>
                  <a:pt x="544498" y="1270896"/>
                </a:lnTo>
                <a:lnTo>
                  <a:pt x="498842" y="1262422"/>
                </a:lnTo>
                <a:lnTo>
                  <a:pt x="454385" y="1250772"/>
                </a:lnTo>
                <a:lnTo>
                  <a:pt x="411251" y="1236071"/>
                </a:lnTo>
                <a:lnTo>
                  <a:pt x="369562" y="1218441"/>
                </a:lnTo>
                <a:lnTo>
                  <a:pt x="329443" y="1198007"/>
                </a:lnTo>
                <a:lnTo>
                  <a:pt x="291017" y="1174891"/>
                </a:lnTo>
                <a:lnTo>
                  <a:pt x="254408" y="1149217"/>
                </a:lnTo>
                <a:lnTo>
                  <a:pt x="219738" y="1121109"/>
                </a:lnTo>
                <a:lnTo>
                  <a:pt x="187132" y="1090690"/>
                </a:lnTo>
                <a:lnTo>
                  <a:pt x="156714" y="1058084"/>
                </a:lnTo>
                <a:lnTo>
                  <a:pt x="128606" y="1023415"/>
                </a:lnTo>
                <a:lnTo>
                  <a:pt x="102932" y="986806"/>
                </a:lnTo>
                <a:lnTo>
                  <a:pt x="79816" y="948380"/>
                </a:lnTo>
                <a:lnTo>
                  <a:pt x="59382" y="908260"/>
                </a:lnTo>
                <a:lnTo>
                  <a:pt x="41752" y="866572"/>
                </a:lnTo>
                <a:lnTo>
                  <a:pt x="27050" y="823438"/>
                </a:lnTo>
                <a:lnTo>
                  <a:pt x="15401" y="778981"/>
                </a:lnTo>
                <a:lnTo>
                  <a:pt x="6927" y="733325"/>
                </a:lnTo>
                <a:lnTo>
                  <a:pt x="1752" y="686594"/>
                </a:lnTo>
                <a:lnTo>
                  <a:pt x="0" y="638911"/>
                </a:lnTo>
                <a:lnTo>
                  <a:pt x="1752" y="591229"/>
                </a:lnTo>
                <a:lnTo>
                  <a:pt x="6927" y="544498"/>
                </a:lnTo>
                <a:lnTo>
                  <a:pt x="15401" y="498842"/>
                </a:lnTo>
                <a:lnTo>
                  <a:pt x="27050" y="454385"/>
                </a:lnTo>
                <a:lnTo>
                  <a:pt x="41752" y="411251"/>
                </a:lnTo>
                <a:lnTo>
                  <a:pt x="59382" y="369562"/>
                </a:lnTo>
                <a:lnTo>
                  <a:pt x="79816" y="329443"/>
                </a:lnTo>
                <a:lnTo>
                  <a:pt x="102932" y="291017"/>
                </a:lnTo>
                <a:lnTo>
                  <a:pt x="128606" y="254408"/>
                </a:lnTo>
                <a:lnTo>
                  <a:pt x="156714" y="219738"/>
                </a:lnTo>
                <a:lnTo>
                  <a:pt x="187132" y="187132"/>
                </a:lnTo>
                <a:lnTo>
                  <a:pt x="219738" y="156714"/>
                </a:lnTo>
                <a:lnTo>
                  <a:pt x="254408" y="128606"/>
                </a:lnTo>
                <a:lnTo>
                  <a:pt x="291017" y="102932"/>
                </a:lnTo>
                <a:lnTo>
                  <a:pt x="329443" y="79816"/>
                </a:lnTo>
                <a:lnTo>
                  <a:pt x="369562" y="59382"/>
                </a:lnTo>
                <a:lnTo>
                  <a:pt x="411251" y="41752"/>
                </a:lnTo>
                <a:lnTo>
                  <a:pt x="454385" y="27050"/>
                </a:lnTo>
                <a:lnTo>
                  <a:pt x="498842" y="15401"/>
                </a:lnTo>
                <a:lnTo>
                  <a:pt x="544498" y="6927"/>
                </a:lnTo>
                <a:lnTo>
                  <a:pt x="591229" y="1752"/>
                </a:lnTo>
                <a:lnTo>
                  <a:pt x="638911" y="0"/>
                </a:lnTo>
                <a:lnTo>
                  <a:pt x="2447187" y="0"/>
                </a:lnTo>
                <a:lnTo>
                  <a:pt x="2494870" y="1752"/>
                </a:lnTo>
                <a:lnTo>
                  <a:pt x="2541601" y="6927"/>
                </a:lnTo>
                <a:lnTo>
                  <a:pt x="2587257" y="15401"/>
                </a:lnTo>
                <a:lnTo>
                  <a:pt x="2631713" y="27050"/>
                </a:lnTo>
                <a:lnTo>
                  <a:pt x="2674848" y="41752"/>
                </a:lnTo>
                <a:lnTo>
                  <a:pt x="2716536" y="59382"/>
                </a:lnTo>
                <a:lnTo>
                  <a:pt x="2756655" y="79816"/>
                </a:lnTo>
                <a:lnTo>
                  <a:pt x="2795081" y="102932"/>
                </a:lnTo>
                <a:lnTo>
                  <a:pt x="2831691" y="128606"/>
                </a:lnTo>
                <a:lnTo>
                  <a:pt x="2866360" y="156714"/>
                </a:lnTo>
                <a:lnTo>
                  <a:pt x="2898966" y="187132"/>
                </a:lnTo>
                <a:lnTo>
                  <a:pt x="2929385" y="219738"/>
                </a:lnTo>
                <a:lnTo>
                  <a:pt x="2957493" y="254408"/>
                </a:lnTo>
                <a:lnTo>
                  <a:pt x="2983166" y="291017"/>
                </a:lnTo>
                <a:lnTo>
                  <a:pt x="3006282" y="329443"/>
                </a:lnTo>
                <a:lnTo>
                  <a:pt x="3026717" y="369562"/>
                </a:lnTo>
                <a:lnTo>
                  <a:pt x="3044347" y="411251"/>
                </a:lnTo>
                <a:lnTo>
                  <a:pt x="3059048" y="454385"/>
                </a:lnTo>
                <a:lnTo>
                  <a:pt x="3070698" y="498842"/>
                </a:lnTo>
                <a:lnTo>
                  <a:pt x="3079172" y="544498"/>
                </a:lnTo>
                <a:lnTo>
                  <a:pt x="3084347" y="591229"/>
                </a:lnTo>
                <a:lnTo>
                  <a:pt x="3084746" y="602094"/>
                </a:lnTo>
                <a:lnTo>
                  <a:pt x="3084746" y="675729"/>
                </a:lnTo>
                <a:lnTo>
                  <a:pt x="3079172" y="733325"/>
                </a:lnTo>
                <a:lnTo>
                  <a:pt x="3070698" y="778981"/>
                </a:lnTo>
                <a:lnTo>
                  <a:pt x="3059048" y="823438"/>
                </a:lnTo>
                <a:lnTo>
                  <a:pt x="3044347" y="866572"/>
                </a:lnTo>
                <a:lnTo>
                  <a:pt x="3026717" y="908260"/>
                </a:lnTo>
                <a:lnTo>
                  <a:pt x="3006282" y="948380"/>
                </a:lnTo>
                <a:lnTo>
                  <a:pt x="2983166" y="986806"/>
                </a:lnTo>
                <a:lnTo>
                  <a:pt x="2957493" y="1023415"/>
                </a:lnTo>
                <a:lnTo>
                  <a:pt x="2929385" y="1058084"/>
                </a:lnTo>
                <a:lnTo>
                  <a:pt x="2898966" y="1090690"/>
                </a:lnTo>
                <a:lnTo>
                  <a:pt x="2866360" y="1121109"/>
                </a:lnTo>
                <a:lnTo>
                  <a:pt x="2831691" y="1149217"/>
                </a:lnTo>
                <a:lnTo>
                  <a:pt x="2795081" y="1174891"/>
                </a:lnTo>
                <a:lnTo>
                  <a:pt x="2756655" y="1198007"/>
                </a:lnTo>
                <a:lnTo>
                  <a:pt x="2716536" y="1218441"/>
                </a:lnTo>
                <a:lnTo>
                  <a:pt x="2674848" y="1236071"/>
                </a:lnTo>
                <a:lnTo>
                  <a:pt x="2631713" y="1250772"/>
                </a:lnTo>
                <a:lnTo>
                  <a:pt x="2587257" y="1262422"/>
                </a:lnTo>
                <a:lnTo>
                  <a:pt x="2541601" y="1270896"/>
                </a:lnTo>
                <a:lnTo>
                  <a:pt x="2494870" y="1276071"/>
                </a:lnTo>
                <a:lnTo>
                  <a:pt x="2447187" y="1277823"/>
                </a:lnTo>
                <a:close/>
              </a:path>
            </a:pathLst>
          </a:custGeom>
          <a:solidFill>
            <a:srgbClr val="70B30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1170797" y="218039"/>
            <a:ext cx="3291840" cy="11112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8415" marR="5080" indent="-6350">
              <a:lnSpc>
                <a:spcPct val="116799"/>
              </a:lnSpc>
              <a:spcBef>
                <a:spcPts val="95"/>
              </a:spcBef>
            </a:pPr>
            <a:r>
              <a:rPr dirty="0" sz="3050" spc="-20" b="1">
                <a:latin typeface="Tahoma"/>
                <a:cs typeface="Tahoma"/>
              </a:rPr>
              <a:t xml:space="preserve">TAKY_SPACE</a:t>
            </a: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8359671"/>
            <a:ext cx="2006735" cy="1927327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16855682" y="9891839"/>
            <a:ext cx="1432560" cy="333375"/>
          </a:xfrm>
          <a:custGeom>
            <a:avLst/>
            <a:gdLst/>
            <a:ahLst/>
            <a:cxnLst/>
            <a:rect l="l" t="t" r="r" b="b"/>
            <a:pathLst>
              <a:path w="1432559" h="333375">
                <a:moveTo>
                  <a:pt x="409778" y="0"/>
                </a:moveTo>
                <a:lnTo>
                  <a:pt x="273545" y="0"/>
                </a:lnTo>
                <a:lnTo>
                  <a:pt x="0" y="330276"/>
                </a:lnTo>
                <a:lnTo>
                  <a:pt x="0" y="333375"/>
                </a:lnTo>
                <a:lnTo>
                  <a:pt x="135991" y="333375"/>
                </a:lnTo>
                <a:lnTo>
                  <a:pt x="409778" y="0"/>
                </a:lnTo>
                <a:close/>
              </a:path>
              <a:path w="1432559" h="333375">
                <a:moveTo>
                  <a:pt x="600125" y="0"/>
                </a:moveTo>
                <a:lnTo>
                  <a:pt x="463892" y="0"/>
                </a:lnTo>
                <a:lnTo>
                  <a:pt x="187769" y="333375"/>
                </a:lnTo>
                <a:lnTo>
                  <a:pt x="326339" y="333375"/>
                </a:lnTo>
                <a:lnTo>
                  <a:pt x="600125" y="0"/>
                </a:lnTo>
                <a:close/>
              </a:path>
              <a:path w="1432559" h="333375">
                <a:moveTo>
                  <a:pt x="1432306" y="0"/>
                </a:moveTo>
                <a:lnTo>
                  <a:pt x="653122" y="0"/>
                </a:lnTo>
                <a:lnTo>
                  <a:pt x="377012" y="333375"/>
                </a:lnTo>
                <a:lnTo>
                  <a:pt x="1432306" y="333375"/>
                </a:lnTo>
                <a:lnTo>
                  <a:pt x="1432306" y="0"/>
                </a:lnTo>
                <a:close/>
              </a:path>
            </a:pathLst>
          </a:custGeom>
          <a:solidFill>
            <a:srgbClr val="8BEF37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9" name="object 9"/>
          <p:cNvGrpSpPr/>
          <p:nvPr/>
        </p:nvGrpSpPr>
        <p:grpSpPr>
          <a:xfrm>
            <a:off x="9807730" y="0"/>
            <a:ext cx="8486775" cy="9926320"/>
            <a:chOff x="9807730" y="0"/>
            <a:chExt cx="8486775" cy="9926320"/>
          </a:xfrm>
        </p:grpSpPr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103769" y="0"/>
              <a:ext cx="6190509" cy="3674499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4422916" y="190416"/>
              <a:ext cx="3648074" cy="127634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807730" y="2826715"/>
              <a:ext cx="8480270" cy="709930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6316670" y="8799206"/>
              <a:ext cx="1520732" cy="552646"/>
            </a:xfrm>
            <a:prstGeom prst="rect">
              <a:avLst/>
            </a:prstGeom>
          </p:spPr>
        </p:pic>
      </p:grpSp>
      <p:sp>
        <p:nvSpPr>
          <p:cNvPr id="14" name="object 1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88881" rIns="0" bIns="0" rtlCol="0" vert="horz">
            <a:spAutoFit/>
          </a:bodyPr>
          <a:lstStyle/>
          <a:p>
            <a:pPr marL="2320925">
              <a:lnSpc>
                <a:spcPct val="100000"/>
              </a:lnSpc>
              <a:spcBef>
                <a:spcPts val="100"/>
              </a:spcBef>
            </a:pPr>
            <a:r>
              <a:rPr dirty="0" sz="4400" b="1">
                <a:latin typeface="Trebuchet MS"/>
              </a:rPr>
              <a:t xml:space="preserve">TITLE PAGE</a:t>
            </a:r>
          </a:p>
        </p:txBody>
      </p:sp>
      <p:pic>
        <p:nvPicPr>
          <p:cNvPr id="17" name="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266824" y="3001857"/>
            <a:ext cx="142875" cy="142874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266824" y="3977217"/>
            <a:ext cx="142875" cy="142874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266824" y="4952577"/>
            <a:ext cx="142875" cy="142874"/>
          </a:xfrm>
          <a:prstGeom prst="rect">
            <a:avLst/>
          </a:prstGeom>
        </p:spPr>
      </p:pic>
      <p:sp>
        <p:nvSpPr>
          <p:cNvPr id="20" name="object 20"/>
          <p:cNvSpPr txBox="1"/>
          <p:nvPr/>
        </p:nvSpPr>
        <p:spPr>
          <a:xfrm>
            <a:off x="1595090" y="2791850"/>
            <a:ext cx="7772400" cy="3108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spc="-105" b="1">
                <a:solidFill>
                  <a:srgbClr val="FFFFFF"/>
                </a:solidFill>
                <a:latin typeface="Tahoma"/>
                <a:cs typeface="Tahoma"/>
              </a:rPr>
              <a:t xml:space="preserve">Problem Statement Theme : Graph-grounded fraud investigation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spc="-105" b="1">
                <a:solidFill>
                  <a:srgbClr val="FFFFFF"/>
                </a:solidFill>
                <a:latin typeface="Tahoma"/>
                <a:cs typeface="Tahoma"/>
              </a:rPr>
              <a:t xml:space="preserve">Problem Statement Title : GRAVEX // Fraud Intelligence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spc="-105" b="1">
                <a:solidFill>
                  <a:srgbClr val="FFFFFF"/>
                </a:solidFill>
                <a:latin typeface="Tahoma"/>
                <a:cs typeface="Tahoma"/>
              </a:rPr>
              <a:t xml:space="preserve">Team Members : TAMIZHINIYAN K</a:t>
            </a:r>
          </a:p>
        </p:txBody>
      </p:sp>
      <p:sp>
        <p:nvSpPr>
          <p:cNvPr id="21" name="object 2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63500">
              <a:lnSpc>
                <a:spcPts val="3370"/>
              </a:lnSpc>
            </a:pPr>
            <a:fld id="{81D60167-4931-47E6-BA6A-407CBD079E47}" type="slidenum">
              <a:rPr dirty="0" spc="-50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object 9"/>
          <p:cNvGrpSpPr/>
          <p:nvPr/>
        </p:nvGrpSpPr>
        <p:grpSpPr>
          <a:xfrm>
            <a:off x="0" y="190417"/>
            <a:ext cx="4926330" cy="1278255"/>
            <a:chOff x="0" y="190417"/>
            <a:chExt cx="4926330" cy="1278255"/>
          </a:xfrm>
        </p:grpSpPr>
        <p:sp>
          <p:nvSpPr>
            <p:cNvPr id="10" name="object 10"/>
            <p:cNvSpPr/>
            <p:nvPr/>
          </p:nvSpPr>
          <p:spPr>
            <a:xfrm>
              <a:off x="0" y="420096"/>
              <a:ext cx="4926330" cy="843915"/>
            </a:xfrm>
            <a:custGeom>
              <a:avLst/>
              <a:gdLst/>
              <a:ahLst/>
              <a:cxnLst/>
              <a:rect l="l" t="t" r="r" b="b"/>
              <a:pathLst>
                <a:path w="4926330" h="843915">
                  <a:moveTo>
                    <a:pt x="0" y="101316"/>
                  </a:moveTo>
                  <a:lnTo>
                    <a:pt x="0" y="0"/>
                  </a:lnTo>
                  <a:lnTo>
                    <a:pt x="6712" y="6792"/>
                  </a:lnTo>
                  <a:lnTo>
                    <a:pt x="17263" y="27663"/>
                  </a:lnTo>
                  <a:lnTo>
                    <a:pt x="1471154" y="27663"/>
                  </a:lnTo>
                  <a:lnTo>
                    <a:pt x="1517268" y="73778"/>
                  </a:lnTo>
                  <a:lnTo>
                    <a:pt x="17263" y="73778"/>
                  </a:lnTo>
                  <a:lnTo>
                    <a:pt x="6745" y="94410"/>
                  </a:lnTo>
                  <a:lnTo>
                    <a:pt x="6649" y="94599"/>
                  </a:lnTo>
                  <a:lnTo>
                    <a:pt x="0" y="101316"/>
                  </a:lnTo>
                  <a:close/>
                </a:path>
                <a:path w="4926330" h="843915">
                  <a:moveTo>
                    <a:pt x="1655722" y="420253"/>
                  </a:moveTo>
                  <a:lnTo>
                    <a:pt x="1590103" y="420253"/>
                  </a:lnTo>
                  <a:lnTo>
                    <a:pt x="1694283" y="316074"/>
                  </a:lnTo>
                  <a:lnTo>
                    <a:pt x="1451986" y="73778"/>
                  </a:lnTo>
                  <a:lnTo>
                    <a:pt x="1517268" y="73778"/>
                  </a:lnTo>
                  <a:lnTo>
                    <a:pt x="1726980" y="283489"/>
                  </a:lnTo>
                  <a:lnTo>
                    <a:pt x="1792486" y="283489"/>
                  </a:lnTo>
                  <a:lnTo>
                    <a:pt x="1759902" y="316074"/>
                  </a:lnTo>
                  <a:lnTo>
                    <a:pt x="1759677" y="316074"/>
                  </a:lnTo>
                  <a:lnTo>
                    <a:pt x="1792599" y="348996"/>
                  </a:lnTo>
                  <a:lnTo>
                    <a:pt x="1726980" y="348996"/>
                  </a:lnTo>
                  <a:lnTo>
                    <a:pt x="1655722" y="420253"/>
                  </a:lnTo>
                  <a:close/>
                </a:path>
                <a:path w="4926330" h="843915">
                  <a:moveTo>
                    <a:pt x="1792486" y="283489"/>
                  </a:moveTo>
                  <a:lnTo>
                    <a:pt x="1726980" y="283489"/>
                  </a:lnTo>
                  <a:lnTo>
                    <a:pt x="1916059" y="94410"/>
                  </a:lnTo>
                  <a:lnTo>
                    <a:pt x="3733563" y="94410"/>
                  </a:lnTo>
                  <a:lnTo>
                    <a:pt x="3733563" y="140750"/>
                  </a:lnTo>
                  <a:lnTo>
                    <a:pt x="1935226" y="140750"/>
                  </a:lnTo>
                  <a:lnTo>
                    <a:pt x="1792486" y="283489"/>
                  </a:lnTo>
                  <a:close/>
                </a:path>
                <a:path w="4926330" h="843915">
                  <a:moveTo>
                    <a:pt x="1446011" y="629628"/>
                  </a:moveTo>
                  <a:lnTo>
                    <a:pt x="0" y="629628"/>
                  </a:lnTo>
                  <a:lnTo>
                    <a:pt x="0" y="583400"/>
                  </a:lnTo>
                  <a:lnTo>
                    <a:pt x="1426956" y="583400"/>
                  </a:lnTo>
                  <a:lnTo>
                    <a:pt x="1557406" y="452950"/>
                  </a:lnTo>
                  <a:lnTo>
                    <a:pt x="1433721" y="329265"/>
                  </a:lnTo>
                  <a:lnTo>
                    <a:pt x="0" y="329265"/>
                  </a:lnTo>
                  <a:lnTo>
                    <a:pt x="0" y="282926"/>
                  </a:lnTo>
                  <a:lnTo>
                    <a:pt x="1452776" y="282926"/>
                  </a:lnTo>
                  <a:lnTo>
                    <a:pt x="1590103" y="420253"/>
                  </a:lnTo>
                  <a:lnTo>
                    <a:pt x="1655722" y="420253"/>
                  </a:lnTo>
                  <a:lnTo>
                    <a:pt x="1622800" y="453175"/>
                  </a:lnTo>
                  <a:lnTo>
                    <a:pt x="1655273" y="485648"/>
                  </a:lnTo>
                  <a:lnTo>
                    <a:pt x="1589990" y="485648"/>
                  </a:lnTo>
                  <a:lnTo>
                    <a:pt x="1446011" y="629628"/>
                  </a:lnTo>
                  <a:close/>
                </a:path>
                <a:path w="4926330" h="843915">
                  <a:moveTo>
                    <a:pt x="4222963" y="386541"/>
                  </a:moveTo>
                  <a:lnTo>
                    <a:pt x="4081053" y="386541"/>
                  </a:lnTo>
                  <a:lnTo>
                    <a:pt x="4091667" y="365720"/>
                  </a:lnTo>
                  <a:lnTo>
                    <a:pt x="4107958" y="349264"/>
                  </a:lnTo>
                  <a:lnTo>
                    <a:pt x="4128667" y="338452"/>
                  </a:lnTo>
                  <a:lnTo>
                    <a:pt x="4152536" y="334564"/>
                  </a:lnTo>
                  <a:lnTo>
                    <a:pt x="4181773" y="340462"/>
                  </a:lnTo>
                  <a:lnTo>
                    <a:pt x="4205640" y="356550"/>
                  </a:lnTo>
                  <a:lnTo>
                    <a:pt x="4221728" y="380418"/>
                  </a:lnTo>
                  <a:lnTo>
                    <a:pt x="4222963" y="386541"/>
                  </a:lnTo>
                  <a:close/>
                </a:path>
                <a:path w="4926330" h="843915">
                  <a:moveTo>
                    <a:pt x="2047072" y="603470"/>
                  </a:moveTo>
                  <a:lnTo>
                    <a:pt x="1981453" y="603470"/>
                  </a:lnTo>
                  <a:lnTo>
                    <a:pt x="1726980" y="348996"/>
                  </a:lnTo>
                  <a:lnTo>
                    <a:pt x="1792599" y="348996"/>
                  </a:lnTo>
                  <a:lnTo>
                    <a:pt x="1830145" y="386541"/>
                  </a:lnTo>
                  <a:lnTo>
                    <a:pt x="4222963" y="386541"/>
                  </a:lnTo>
                  <a:lnTo>
                    <a:pt x="4227626" y="409655"/>
                  </a:lnTo>
                  <a:lnTo>
                    <a:pt x="4222963" y="432768"/>
                  </a:lnTo>
                  <a:lnTo>
                    <a:pt x="1876371" y="432768"/>
                  </a:lnTo>
                  <a:lnTo>
                    <a:pt x="2047072" y="603470"/>
                  </a:lnTo>
                  <a:close/>
                </a:path>
                <a:path w="4926330" h="843915">
                  <a:moveTo>
                    <a:pt x="4152536" y="484745"/>
                  </a:moveTo>
                  <a:lnTo>
                    <a:pt x="4128667" y="480873"/>
                  </a:lnTo>
                  <a:lnTo>
                    <a:pt x="4107958" y="470088"/>
                  </a:lnTo>
                  <a:lnTo>
                    <a:pt x="4091667" y="453637"/>
                  </a:lnTo>
                  <a:lnTo>
                    <a:pt x="4081053" y="432768"/>
                  </a:lnTo>
                  <a:lnTo>
                    <a:pt x="4222963" y="432768"/>
                  </a:lnTo>
                  <a:lnTo>
                    <a:pt x="4221728" y="438892"/>
                  </a:lnTo>
                  <a:lnTo>
                    <a:pt x="4205640" y="462759"/>
                  </a:lnTo>
                  <a:lnTo>
                    <a:pt x="4181773" y="478847"/>
                  </a:lnTo>
                  <a:lnTo>
                    <a:pt x="4152536" y="484745"/>
                  </a:lnTo>
                  <a:close/>
                </a:path>
                <a:path w="4926330" h="843915">
                  <a:moveTo>
                    <a:pt x="4127506" y="649697"/>
                  </a:moveTo>
                  <a:lnTo>
                    <a:pt x="1754039" y="649697"/>
                  </a:lnTo>
                  <a:lnTo>
                    <a:pt x="1589990" y="485648"/>
                  </a:lnTo>
                  <a:lnTo>
                    <a:pt x="1655273" y="485648"/>
                  </a:lnTo>
                  <a:lnTo>
                    <a:pt x="1773094" y="603470"/>
                  </a:lnTo>
                  <a:lnTo>
                    <a:pt x="4127506" y="603470"/>
                  </a:lnTo>
                  <a:lnTo>
                    <a:pt x="4127506" y="649697"/>
                  </a:lnTo>
                  <a:close/>
                </a:path>
                <a:path w="4926330" h="843915">
                  <a:moveTo>
                    <a:pt x="4853718" y="843624"/>
                  </a:moveTo>
                  <a:lnTo>
                    <a:pt x="4829848" y="839752"/>
                  </a:lnTo>
                  <a:lnTo>
                    <a:pt x="4809140" y="828967"/>
                  </a:lnTo>
                  <a:lnTo>
                    <a:pt x="4792849" y="812516"/>
                  </a:lnTo>
                  <a:lnTo>
                    <a:pt x="4782235" y="791647"/>
                  </a:lnTo>
                  <a:lnTo>
                    <a:pt x="2169742" y="791647"/>
                  </a:lnTo>
                  <a:lnTo>
                    <a:pt x="2027792" y="649697"/>
                  </a:lnTo>
                  <a:lnTo>
                    <a:pt x="2093300" y="649697"/>
                  </a:lnTo>
                  <a:lnTo>
                    <a:pt x="2189023" y="745420"/>
                  </a:lnTo>
                  <a:lnTo>
                    <a:pt x="4924145" y="745420"/>
                  </a:lnTo>
                  <a:lnTo>
                    <a:pt x="4926314" y="756172"/>
                  </a:lnTo>
                  <a:lnTo>
                    <a:pt x="4926314" y="780895"/>
                  </a:lnTo>
                  <a:lnTo>
                    <a:pt x="4922910" y="797770"/>
                  </a:lnTo>
                  <a:lnTo>
                    <a:pt x="4906822" y="821638"/>
                  </a:lnTo>
                  <a:lnTo>
                    <a:pt x="4882955" y="837726"/>
                  </a:lnTo>
                  <a:lnTo>
                    <a:pt x="4853718" y="843624"/>
                  </a:lnTo>
                  <a:close/>
                </a:path>
                <a:path w="4926330" h="843915">
                  <a:moveTo>
                    <a:pt x="4924145" y="745420"/>
                  </a:moveTo>
                  <a:lnTo>
                    <a:pt x="4782235" y="745420"/>
                  </a:lnTo>
                  <a:lnTo>
                    <a:pt x="4792849" y="724598"/>
                  </a:lnTo>
                  <a:lnTo>
                    <a:pt x="4809140" y="708142"/>
                  </a:lnTo>
                  <a:lnTo>
                    <a:pt x="4829848" y="697331"/>
                  </a:lnTo>
                  <a:lnTo>
                    <a:pt x="4853718" y="693443"/>
                  </a:lnTo>
                  <a:lnTo>
                    <a:pt x="4882955" y="699341"/>
                  </a:lnTo>
                  <a:lnTo>
                    <a:pt x="4906822" y="715429"/>
                  </a:lnTo>
                  <a:lnTo>
                    <a:pt x="4922910" y="739296"/>
                  </a:lnTo>
                  <a:lnTo>
                    <a:pt x="4924145" y="745420"/>
                  </a:lnTo>
                  <a:close/>
                </a:path>
              </a:pathLst>
            </a:custGeom>
            <a:solidFill>
              <a:srgbClr val="8BEF3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238248" y="190417"/>
              <a:ext cx="3084830" cy="1278255"/>
            </a:xfrm>
            <a:custGeom>
              <a:avLst/>
              <a:gdLst/>
              <a:ahLst/>
              <a:cxnLst/>
              <a:rect l="l" t="t" r="r" b="b"/>
              <a:pathLst>
                <a:path w="3084829" h="1278255">
                  <a:moveTo>
                    <a:pt x="2447187" y="1277823"/>
                  </a:moveTo>
                  <a:lnTo>
                    <a:pt x="638911" y="1277823"/>
                  </a:lnTo>
                  <a:lnTo>
                    <a:pt x="591229" y="1276071"/>
                  </a:lnTo>
                  <a:lnTo>
                    <a:pt x="544498" y="1270896"/>
                  </a:lnTo>
                  <a:lnTo>
                    <a:pt x="498842" y="1262422"/>
                  </a:lnTo>
                  <a:lnTo>
                    <a:pt x="454385" y="1250772"/>
                  </a:lnTo>
                  <a:lnTo>
                    <a:pt x="411251" y="1236071"/>
                  </a:lnTo>
                  <a:lnTo>
                    <a:pt x="369562" y="1218441"/>
                  </a:lnTo>
                  <a:lnTo>
                    <a:pt x="329443" y="1198007"/>
                  </a:lnTo>
                  <a:lnTo>
                    <a:pt x="291017" y="1174891"/>
                  </a:lnTo>
                  <a:lnTo>
                    <a:pt x="254408" y="1149217"/>
                  </a:lnTo>
                  <a:lnTo>
                    <a:pt x="219738" y="1121109"/>
                  </a:lnTo>
                  <a:lnTo>
                    <a:pt x="187132" y="1090690"/>
                  </a:lnTo>
                  <a:lnTo>
                    <a:pt x="156714" y="1058084"/>
                  </a:lnTo>
                  <a:lnTo>
                    <a:pt x="128606" y="1023415"/>
                  </a:lnTo>
                  <a:lnTo>
                    <a:pt x="102932" y="986806"/>
                  </a:lnTo>
                  <a:lnTo>
                    <a:pt x="79816" y="948380"/>
                  </a:lnTo>
                  <a:lnTo>
                    <a:pt x="59382" y="908260"/>
                  </a:lnTo>
                  <a:lnTo>
                    <a:pt x="41752" y="866572"/>
                  </a:lnTo>
                  <a:lnTo>
                    <a:pt x="27050" y="823438"/>
                  </a:lnTo>
                  <a:lnTo>
                    <a:pt x="15401" y="778981"/>
                  </a:lnTo>
                  <a:lnTo>
                    <a:pt x="6927" y="733325"/>
                  </a:lnTo>
                  <a:lnTo>
                    <a:pt x="1752" y="686594"/>
                  </a:lnTo>
                  <a:lnTo>
                    <a:pt x="0" y="638911"/>
                  </a:lnTo>
                  <a:lnTo>
                    <a:pt x="1752" y="591229"/>
                  </a:lnTo>
                  <a:lnTo>
                    <a:pt x="6927" y="544498"/>
                  </a:lnTo>
                  <a:lnTo>
                    <a:pt x="15401" y="498842"/>
                  </a:lnTo>
                  <a:lnTo>
                    <a:pt x="27050" y="454385"/>
                  </a:lnTo>
                  <a:lnTo>
                    <a:pt x="41752" y="411251"/>
                  </a:lnTo>
                  <a:lnTo>
                    <a:pt x="59382" y="369562"/>
                  </a:lnTo>
                  <a:lnTo>
                    <a:pt x="79816" y="329443"/>
                  </a:lnTo>
                  <a:lnTo>
                    <a:pt x="102932" y="291017"/>
                  </a:lnTo>
                  <a:lnTo>
                    <a:pt x="128606" y="254408"/>
                  </a:lnTo>
                  <a:lnTo>
                    <a:pt x="156714" y="219738"/>
                  </a:lnTo>
                  <a:lnTo>
                    <a:pt x="187132" y="187132"/>
                  </a:lnTo>
                  <a:lnTo>
                    <a:pt x="219738" y="156714"/>
                  </a:lnTo>
                  <a:lnTo>
                    <a:pt x="254408" y="128606"/>
                  </a:lnTo>
                  <a:lnTo>
                    <a:pt x="291017" y="102932"/>
                  </a:lnTo>
                  <a:lnTo>
                    <a:pt x="329443" y="79816"/>
                  </a:lnTo>
                  <a:lnTo>
                    <a:pt x="369562" y="59382"/>
                  </a:lnTo>
                  <a:lnTo>
                    <a:pt x="411251" y="41752"/>
                  </a:lnTo>
                  <a:lnTo>
                    <a:pt x="454385" y="27050"/>
                  </a:lnTo>
                  <a:lnTo>
                    <a:pt x="498842" y="15401"/>
                  </a:lnTo>
                  <a:lnTo>
                    <a:pt x="544498" y="6927"/>
                  </a:lnTo>
                  <a:lnTo>
                    <a:pt x="591229" y="1752"/>
                  </a:lnTo>
                  <a:lnTo>
                    <a:pt x="638911" y="0"/>
                  </a:lnTo>
                  <a:lnTo>
                    <a:pt x="2447187" y="0"/>
                  </a:lnTo>
                  <a:lnTo>
                    <a:pt x="2494870" y="1752"/>
                  </a:lnTo>
                  <a:lnTo>
                    <a:pt x="2541601" y="6927"/>
                  </a:lnTo>
                  <a:lnTo>
                    <a:pt x="2587257" y="15401"/>
                  </a:lnTo>
                  <a:lnTo>
                    <a:pt x="2631713" y="27050"/>
                  </a:lnTo>
                  <a:lnTo>
                    <a:pt x="2674848" y="41752"/>
                  </a:lnTo>
                  <a:lnTo>
                    <a:pt x="2716536" y="59382"/>
                  </a:lnTo>
                  <a:lnTo>
                    <a:pt x="2756655" y="79816"/>
                  </a:lnTo>
                  <a:lnTo>
                    <a:pt x="2795081" y="102932"/>
                  </a:lnTo>
                  <a:lnTo>
                    <a:pt x="2831691" y="128606"/>
                  </a:lnTo>
                  <a:lnTo>
                    <a:pt x="2866360" y="156714"/>
                  </a:lnTo>
                  <a:lnTo>
                    <a:pt x="2898966" y="187132"/>
                  </a:lnTo>
                  <a:lnTo>
                    <a:pt x="2929385" y="219738"/>
                  </a:lnTo>
                  <a:lnTo>
                    <a:pt x="2957493" y="254408"/>
                  </a:lnTo>
                  <a:lnTo>
                    <a:pt x="2983166" y="291017"/>
                  </a:lnTo>
                  <a:lnTo>
                    <a:pt x="3006282" y="329443"/>
                  </a:lnTo>
                  <a:lnTo>
                    <a:pt x="3026717" y="369562"/>
                  </a:lnTo>
                  <a:lnTo>
                    <a:pt x="3044347" y="411251"/>
                  </a:lnTo>
                  <a:lnTo>
                    <a:pt x="3059048" y="454385"/>
                  </a:lnTo>
                  <a:lnTo>
                    <a:pt x="3070698" y="498842"/>
                  </a:lnTo>
                  <a:lnTo>
                    <a:pt x="3079172" y="544498"/>
                  </a:lnTo>
                  <a:lnTo>
                    <a:pt x="3084347" y="591229"/>
                  </a:lnTo>
                  <a:lnTo>
                    <a:pt x="3084746" y="602094"/>
                  </a:lnTo>
                  <a:lnTo>
                    <a:pt x="3084746" y="675729"/>
                  </a:lnTo>
                  <a:lnTo>
                    <a:pt x="3079172" y="733325"/>
                  </a:lnTo>
                  <a:lnTo>
                    <a:pt x="3070698" y="778981"/>
                  </a:lnTo>
                  <a:lnTo>
                    <a:pt x="3059048" y="823438"/>
                  </a:lnTo>
                  <a:lnTo>
                    <a:pt x="3044347" y="866572"/>
                  </a:lnTo>
                  <a:lnTo>
                    <a:pt x="3026717" y="908260"/>
                  </a:lnTo>
                  <a:lnTo>
                    <a:pt x="3006282" y="948380"/>
                  </a:lnTo>
                  <a:lnTo>
                    <a:pt x="2983166" y="986806"/>
                  </a:lnTo>
                  <a:lnTo>
                    <a:pt x="2957493" y="1023415"/>
                  </a:lnTo>
                  <a:lnTo>
                    <a:pt x="2929385" y="1058084"/>
                  </a:lnTo>
                  <a:lnTo>
                    <a:pt x="2898966" y="1090690"/>
                  </a:lnTo>
                  <a:lnTo>
                    <a:pt x="2866360" y="1121109"/>
                  </a:lnTo>
                  <a:lnTo>
                    <a:pt x="2831691" y="1149217"/>
                  </a:lnTo>
                  <a:lnTo>
                    <a:pt x="2795081" y="1174891"/>
                  </a:lnTo>
                  <a:lnTo>
                    <a:pt x="2756655" y="1198007"/>
                  </a:lnTo>
                  <a:lnTo>
                    <a:pt x="2716536" y="1218441"/>
                  </a:lnTo>
                  <a:lnTo>
                    <a:pt x="2674848" y="1236071"/>
                  </a:lnTo>
                  <a:lnTo>
                    <a:pt x="2631713" y="1250772"/>
                  </a:lnTo>
                  <a:lnTo>
                    <a:pt x="2587257" y="1262422"/>
                  </a:lnTo>
                  <a:lnTo>
                    <a:pt x="2541601" y="1270896"/>
                  </a:lnTo>
                  <a:lnTo>
                    <a:pt x="2494870" y="1276071"/>
                  </a:lnTo>
                  <a:lnTo>
                    <a:pt x="2447187" y="1277823"/>
                  </a:lnTo>
                  <a:close/>
                </a:path>
              </a:pathLst>
            </a:custGeom>
            <a:solidFill>
              <a:srgbClr val="70B30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/>
          <p:nvPr/>
        </p:nvSpPr>
        <p:spPr>
          <a:xfrm>
            <a:off x="1170797" y="218039"/>
            <a:ext cx="3291840" cy="11112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8415" marR="5080" indent="-6350">
              <a:lnSpc>
                <a:spcPct val="116799"/>
              </a:lnSpc>
              <a:spcBef>
                <a:spcPts val="95"/>
              </a:spcBef>
            </a:pPr>
            <a:r>
              <a:rPr dirty="0" sz="3050" spc="-20" b="1">
                <a:latin typeface="Tahoma"/>
                <a:cs typeface="Tahoma"/>
              </a:rPr>
              <a:t xml:space="preserve">TAKY_SPACE</a:t>
            </a: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446020">
              <a:lnSpc>
                <a:spcPct val="100000"/>
              </a:lnSpc>
              <a:spcBef>
                <a:spcPts val="100"/>
              </a:spcBef>
            </a:pPr>
            <a:r>
              <a:rPr dirty="0" spc="295" sz="4400" b="1">
                <a:latin typeface="Trebuchet MS"/>
              </a:rPr>
              <a:t xml:space="preserve">IDEA TITLE</a:t>
            </a:r>
          </a:p>
        </p:txBody>
      </p:sp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422916" y="190416"/>
            <a:ext cx="3648074" cy="127634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37584" y="3213674"/>
            <a:ext cx="142875" cy="14287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37584" y="4189034"/>
            <a:ext cx="142875" cy="14287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37584" y="5164394"/>
            <a:ext cx="142875" cy="142874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75" sz="3200">
                <a:latin typeface="Tahoma"/>
              </a:rPr>
              <a:t xml:space="preserve">GRAVEX investigates a case over TigerGraph, records its evidence, and answers all 20 benchmark cases.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75" sz="3200">
                <a:latin typeface="Tahoma"/>
              </a:rPr>
              <a:t xml:space="preserve">The LLM never invents a relationship - it can only interpret what the graph returned.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75" sz="3200">
                <a:latin typeface="Tahoma"/>
              </a:rPr>
              <a:t xml:space="preserve">When evidence runs thin the system says so instead of guessing, then asks for what it needs.</a:t>
            </a:r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316670" y="8799206"/>
            <a:ext cx="1520732" cy="552646"/>
          </a:xfrm>
          <a:prstGeom prst="rect">
            <a:avLst/>
          </a:prstGeom>
        </p:spPr>
      </p:pic>
      <p:sp>
        <p:nvSpPr>
          <p:cNvPr id="13" name="object 1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63500">
              <a:lnSpc>
                <a:spcPts val="3370"/>
              </a:lnSpc>
            </a:pPr>
            <a:fld id="{81D60167-4931-47E6-BA6A-407CBD079E47}" type="slidenum">
              <a:rPr dirty="0" spc="-50"/>
              <a:t>1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object 8"/>
          <p:cNvGrpSpPr/>
          <p:nvPr/>
        </p:nvGrpSpPr>
        <p:grpSpPr>
          <a:xfrm>
            <a:off x="0" y="190417"/>
            <a:ext cx="4926330" cy="1278255"/>
            <a:chOff x="0" y="190417"/>
            <a:chExt cx="4926330" cy="1278255"/>
          </a:xfrm>
        </p:grpSpPr>
        <p:sp>
          <p:nvSpPr>
            <p:cNvPr id="9" name="object 9"/>
            <p:cNvSpPr/>
            <p:nvPr/>
          </p:nvSpPr>
          <p:spPr>
            <a:xfrm>
              <a:off x="0" y="420096"/>
              <a:ext cx="4926330" cy="843915"/>
            </a:xfrm>
            <a:custGeom>
              <a:avLst/>
              <a:gdLst/>
              <a:ahLst/>
              <a:cxnLst/>
              <a:rect l="l" t="t" r="r" b="b"/>
              <a:pathLst>
                <a:path w="4926330" h="843915">
                  <a:moveTo>
                    <a:pt x="0" y="101316"/>
                  </a:moveTo>
                  <a:lnTo>
                    <a:pt x="0" y="0"/>
                  </a:lnTo>
                  <a:lnTo>
                    <a:pt x="6712" y="6792"/>
                  </a:lnTo>
                  <a:lnTo>
                    <a:pt x="17263" y="27663"/>
                  </a:lnTo>
                  <a:lnTo>
                    <a:pt x="1471154" y="27663"/>
                  </a:lnTo>
                  <a:lnTo>
                    <a:pt x="1517268" y="73778"/>
                  </a:lnTo>
                  <a:lnTo>
                    <a:pt x="17263" y="73778"/>
                  </a:lnTo>
                  <a:lnTo>
                    <a:pt x="6745" y="94410"/>
                  </a:lnTo>
                  <a:lnTo>
                    <a:pt x="6649" y="94599"/>
                  </a:lnTo>
                  <a:lnTo>
                    <a:pt x="0" y="101316"/>
                  </a:lnTo>
                  <a:close/>
                </a:path>
                <a:path w="4926330" h="843915">
                  <a:moveTo>
                    <a:pt x="1655722" y="420253"/>
                  </a:moveTo>
                  <a:lnTo>
                    <a:pt x="1590103" y="420253"/>
                  </a:lnTo>
                  <a:lnTo>
                    <a:pt x="1694283" y="316074"/>
                  </a:lnTo>
                  <a:lnTo>
                    <a:pt x="1451986" y="73778"/>
                  </a:lnTo>
                  <a:lnTo>
                    <a:pt x="1517268" y="73778"/>
                  </a:lnTo>
                  <a:lnTo>
                    <a:pt x="1726980" y="283489"/>
                  </a:lnTo>
                  <a:lnTo>
                    <a:pt x="1792486" y="283489"/>
                  </a:lnTo>
                  <a:lnTo>
                    <a:pt x="1759902" y="316074"/>
                  </a:lnTo>
                  <a:lnTo>
                    <a:pt x="1759677" y="316074"/>
                  </a:lnTo>
                  <a:lnTo>
                    <a:pt x="1792599" y="348996"/>
                  </a:lnTo>
                  <a:lnTo>
                    <a:pt x="1726980" y="348996"/>
                  </a:lnTo>
                  <a:lnTo>
                    <a:pt x="1655722" y="420253"/>
                  </a:lnTo>
                  <a:close/>
                </a:path>
                <a:path w="4926330" h="843915">
                  <a:moveTo>
                    <a:pt x="1792486" y="283489"/>
                  </a:moveTo>
                  <a:lnTo>
                    <a:pt x="1726980" y="283489"/>
                  </a:lnTo>
                  <a:lnTo>
                    <a:pt x="1916059" y="94410"/>
                  </a:lnTo>
                  <a:lnTo>
                    <a:pt x="3733563" y="94410"/>
                  </a:lnTo>
                  <a:lnTo>
                    <a:pt x="3733563" y="140750"/>
                  </a:lnTo>
                  <a:lnTo>
                    <a:pt x="1935226" y="140750"/>
                  </a:lnTo>
                  <a:lnTo>
                    <a:pt x="1792486" y="283489"/>
                  </a:lnTo>
                  <a:close/>
                </a:path>
                <a:path w="4926330" h="843915">
                  <a:moveTo>
                    <a:pt x="1446011" y="629628"/>
                  </a:moveTo>
                  <a:lnTo>
                    <a:pt x="0" y="629628"/>
                  </a:lnTo>
                  <a:lnTo>
                    <a:pt x="0" y="583400"/>
                  </a:lnTo>
                  <a:lnTo>
                    <a:pt x="1426956" y="583400"/>
                  </a:lnTo>
                  <a:lnTo>
                    <a:pt x="1557406" y="452950"/>
                  </a:lnTo>
                  <a:lnTo>
                    <a:pt x="1433721" y="329265"/>
                  </a:lnTo>
                  <a:lnTo>
                    <a:pt x="0" y="329265"/>
                  </a:lnTo>
                  <a:lnTo>
                    <a:pt x="0" y="282926"/>
                  </a:lnTo>
                  <a:lnTo>
                    <a:pt x="1452776" y="282926"/>
                  </a:lnTo>
                  <a:lnTo>
                    <a:pt x="1590103" y="420253"/>
                  </a:lnTo>
                  <a:lnTo>
                    <a:pt x="1655722" y="420253"/>
                  </a:lnTo>
                  <a:lnTo>
                    <a:pt x="1622800" y="453175"/>
                  </a:lnTo>
                  <a:lnTo>
                    <a:pt x="1655273" y="485648"/>
                  </a:lnTo>
                  <a:lnTo>
                    <a:pt x="1589990" y="485648"/>
                  </a:lnTo>
                  <a:lnTo>
                    <a:pt x="1446011" y="629628"/>
                  </a:lnTo>
                  <a:close/>
                </a:path>
                <a:path w="4926330" h="843915">
                  <a:moveTo>
                    <a:pt x="4222963" y="386541"/>
                  </a:moveTo>
                  <a:lnTo>
                    <a:pt x="4081053" y="386541"/>
                  </a:lnTo>
                  <a:lnTo>
                    <a:pt x="4091667" y="365720"/>
                  </a:lnTo>
                  <a:lnTo>
                    <a:pt x="4107958" y="349264"/>
                  </a:lnTo>
                  <a:lnTo>
                    <a:pt x="4128667" y="338452"/>
                  </a:lnTo>
                  <a:lnTo>
                    <a:pt x="4152536" y="334564"/>
                  </a:lnTo>
                  <a:lnTo>
                    <a:pt x="4181773" y="340462"/>
                  </a:lnTo>
                  <a:lnTo>
                    <a:pt x="4205640" y="356550"/>
                  </a:lnTo>
                  <a:lnTo>
                    <a:pt x="4221728" y="380418"/>
                  </a:lnTo>
                  <a:lnTo>
                    <a:pt x="4222963" y="386541"/>
                  </a:lnTo>
                  <a:close/>
                </a:path>
                <a:path w="4926330" h="843915">
                  <a:moveTo>
                    <a:pt x="2047072" y="603470"/>
                  </a:moveTo>
                  <a:lnTo>
                    <a:pt x="1981453" y="603470"/>
                  </a:lnTo>
                  <a:lnTo>
                    <a:pt x="1726980" y="348996"/>
                  </a:lnTo>
                  <a:lnTo>
                    <a:pt x="1792599" y="348996"/>
                  </a:lnTo>
                  <a:lnTo>
                    <a:pt x="1830145" y="386541"/>
                  </a:lnTo>
                  <a:lnTo>
                    <a:pt x="4222963" y="386541"/>
                  </a:lnTo>
                  <a:lnTo>
                    <a:pt x="4227626" y="409655"/>
                  </a:lnTo>
                  <a:lnTo>
                    <a:pt x="4222963" y="432768"/>
                  </a:lnTo>
                  <a:lnTo>
                    <a:pt x="1876371" y="432768"/>
                  </a:lnTo>
                  <a:lnTo>
                    <a:pt x="2047072" y="603470"/>
                  </a:lnTo>
                  <a:close/>
                </a:path>
                <a:path w="4926330" h="843915">
                  <a:moveTo>
                    <a:pt x="4152536" y="484745"/>
                  </a:moveTo>
                  <a:lnTo>
                    <a:pt x="4128667" y="480873"/>
                  </a:lnTo>
                  <a:lnTo>
                    <a:pt x="4107958" y="470088"/>
                  </a:lnTo>
                  <a:lnTo>
                    <a:pt x="4091667" y="453637"/>
                  </a:lnTo>
                  <a:lnTo>
                    <a:pt x="4081053" y="432768"/>
                  </a:lnTo>
                  <a:lnTo>
                    <a:pt x="4222963" y="432768"/>
                  </a:lnTo>
                  <a:lnTo>
                    <a:pt x="4221728" y="438892"/>
                  </a:lnTo>
                  <a:lnTo>
                    <a:pt x="4205640" y="462759"/>
                  </a:lnTo>
                  <a:lnTo>
                    <a:pt x="4181773" y="478847"/>
                  </a:lnTo>
                  <a:lnTo>
                    <a:pt x="4152536" y="484745"/>
                  </a:lnTo>
                  <a:close/>
                </a:path>
                <a:path w="4926330" h="843915">
                  <a:moveTo>
                    <a:pt x="4127506" y="649697"/>
                  </a:moveTo>
                  <a:lnTo>
                    <a:pt x="1754039" y="649697"/>
                  </a:lnTo>
                  <a:lnTo>
                    <a:pt x="1589990" y="485648"/>
                  </a:lnTo>
                  <a:lnTo>
                    <a:pt x="1655273" y="485648"/>
                  </a:lnTo>
                  <a:lnTo>
                    <a:pt x="1773094" y="603470"/>
                  </a:lnTo>
                  <a:lnTo>
                    <a:pt x="4127506" y="603470"/>
                  </a:lnTo>
                  <a:lnTo>
                    <a:pt x="4127506" y="649697"/>
                  </a:lnTo>
                  <a:close/>
                </a:path>
                <a:path w="4926330" h="843915">
                  <a:moveTo>
                    <a:pt x="4853718" y="843624"/>
                  </a:moveTo>
                  <a:lnTo>
                    <a:pt x="4829848" y="839752"/>
                  </a:lnTo>
                  <a:lnTo>
                    <a:pt x="4809140" y="828967"/>
                  </a:lnTo>
                  <a:lnTo>
                    <a:pt x="4792849" y="812516"/>
                  </a:lnTo>
                  <a:lnTo>
                    <a:pt x="4782235" y="791647"/>
                  </a:lnTo>
                  <a:lnTo>
                    <a:pt x="2169742" y="791647"/>
                  </a:lnTo>
                  <a:lnTo>
                    <a:pt x="2027792" y="649697"/>
                  </a:lnTo>
                  <a:lnTo>
                    <a:pt x="2093300" y="649697"/>
                  </a:lnTo>
                  <a:lnTo>
                    <a:pt x="2189023" y="745420"/>
                  </a:lnTo>
                  <a:lnTo>
                    <a:pt x="4924145" y="745420"/>
                  </a:lnTo>
                  <a:lnTo>
                    <a:pt x="4926314" y="756172"/>
                  </a:lnTo>
                  <a:lnTo>
                    <a:pt x="4926314" y="780895"/>
                  </a:lnTo>
                  <a:lnTo>
                    <a:pt x="4922910" y="797770"/>
                  </a:lnTo>
                  <a:lnTo>
                    <a:pt x="4906822" y="821638"/>
                  </a:lnTo>
                  <a:lnTo>
                    <a:pt x="4882955" y="837726"/>
                  </a:lnTo>
                  <a:lnTo>
                    <a:pt x="4853718" y="843624"/>
                  </a:lnTo>
                  <a:close/>
                </a:path>
                <a:path w="4926330" h="843915">
                  <a:moveTo>
                    <a:pt x="4924145" y="745420"/>
                  </a:moveTo>
                  <a:lnTo>
                    <a:pt x="4782235" y="745420"/>
                  </a:lnTo>
                  <a:lnTo>
                    <a:pt x="4792849" y="724598"/>
                  </a:lnTo>
                  <a:lnTo>
                    <a:pt x="4809140" y="708142"/>
                  </a:lnTo>
                  <a:lnTo>
                    <a:pt x="4829848" y="697331"/>
                  </a:lnTo>
                  <a:lnTo>
                    <a:pt x="4853718" y="693443"/>
                  </a:lnTo>
                  <a:lnTo>
                    <a:pt x="4882955" y="699341"/>
                  </a:lnTo>
                  <a:lnTo>
                    <a:pt x="4906822" y="715429"/>
                  </a:lnTo>
                  <a:lnTo>
                    <a:pt x="4922910" y="739296"/>
                  </a:lnTo>
                  <a:lnTo>
                    <a:pt x="4924145" y="745420"/>
                  </a:lnTo>
                  <a:close/>
                </a:path>
              </a:pathLst>
            </a:custGeom>
            <a:solidFill>
              <a:srgbClr val="8BEF3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238248" y="190417"/>
              <a:ext cx="3084830" cy="1278255"/>
            </a:xfrm>
            <a:custGeom>
              <a:avLst/>
              <a:gdLst/>
              <a:ahLst/>
              <a:cxnLst/>
              <a:rect l="l" t="t" r="r" b="b"/>
              <a:pathLst>
                <a:path w="3084829" h="1278255">
                  <a:moveTo>
                    <a:pt x="2447187" y="1277823"/>
                  </a:moveTo>
                  <a:lnTo>
                    <a:pt x="638911" y="1277823"/>
                  </a:lnTo>
                  <a:lnTo>
                    <a:pt x="591229" y="1276071"/>
                  </a:lnTo>
                  <a:lnTo>
                    <a:pt x="544498" y="1270896"/>
                  </a:lnTo>
                  <a:lnTo>
                    <a:pt x="498842" y="1262422"/>
                  </a:lnTo>
                  <a:lnTo>
                    <a:pt x="454385" y="1250772"/>
                  </a:lnTo>
                  <a:lnTo>
                    <a:pt x="411251" y="1236071"/>
                  </a:lnTo>
                  <a:lnTo>
                    <a:pt x="369562" y="1218441"/>
                  </a:lnTo>
                  <a:lnTo>
                    <a:pt x="329443" y="1198007"/>
                  </a:lnTo>
                  <a:lnTo>
                    <a:pt x="291017" y="1174891"/>
                  </a:lnTo>
                  <a:lnTo>
                    <a:pt x="254408" y="1149217"/>
                  </a:lnTo>
                  <a:lnTo>
                    <a:pt x="219738" y="1121109"/>
                  </a:lnTo>
                  <a:lnTo>
                    <a:pt x="187132" y="1090690"/>
                  </a:lnTo>
                  <a:lnTo>
                    <a:pt x="156714" y="1058084"/>
                  </a:lnTo>
                  <a:lnTo>
                    <a:pt x="128606" y="1023415"/>
                  </a:lnTo>
                  <a:lnTo>
                    <a:pt x="102932" y="986806"/>
                  </a:lnTo>
                  <a:lnTo>
                    <a:pt x="79816" y="948380"/>
                  </a:lnTo>
                  <a:lnTo>
                    <a:pt x="59382" y="908260"/>
                  </a:lnTo>
                  <a:lnTo>
                    <a:pt x="41752" y="866572"/>
                  </a:lnTo>
                  <a:lnTo>
                    <a:pt x="27050" y="823438"/>
                  </a:lnTo>
                  <a:lnTo>
                    <a:pt x="15401" y="778981"/>
                  </a:lnTo>
                  <a:lnTo>
                    <a:pt x="6927" y="733325"/>
                  </a:lnTo>
                  <a:lnTo>
                    <a:pt x="1752" y="686594"/>
                  </a:lnTo>
                  <a:lnTo>
                    <a:pt x="0" y="638911"/>
                  </a:lnTo>
                  <a:lnTo>
                    <a:pt x="1752" y="591229"/>
                  </a:lnTo>
                  <a:lnTo>
                    <a:pt x="6927" y="544498"/>
                  </a:lnTo>
                  <a:lnTo>
                    <a:pt x="15401" y="498842"/>
                  </a:lnTo>
                  <a:lnTo>
                    <a:pt x="27050" y="454385"/>
                  </a:lnTo>
                  <a:lnTo>
                    <a:pt x="41752" y="411251"/>
                  </a:lnTo>
                  <a:lnTo>
                    <a:pt x="59382" y="369562"/>
                  </a:lnTo>
                  <a:lnTo>
                    <a:pt x="79816" y="329443"/>
                  </a:lnTo>
                  <a:lnTo>
                    <a:pt x="102932" y="291017"/>
                  </a:lnTo>
                  <a:lnTo>
                    <a:pt x="128606" y="254408"/>
                  </a:lnTo>
                  <a:lnTo>
                    <a:pt x="156714" y="219738"/>
                  </a:lnTo>
                  <a:lnTo>
                    <a:pt x="187132" y="187132"/>
                  </a:lnTo>
                  <a:lnTo>
                    <a:pt x="219738" y="156714"/>
                  </a:lnTo>
                  <a:lnTo>
                    <a:pt x="254408" y="128606"/>
                  </a:lnTo>
                  <a:lnTo>
                    <a:pt x="291017" y="102932"/>
                  </a:lnTo>
                  <a:lnTo>
                    <a:pt x="329443" y="79816"/>
                  </a:lnTo>
                  <a:lnTo>
                    <a:pt x="369562" y="59382"/>
                  </a:lnTo>
                  <a:lnTo>
                    <a:pt x="411251" y="41752"/>
                  </a:lnTo>
                  <a:lnTo>
                    <a:pt x="454385" y="27050"/>
                  </a:lnTo>
                  <a:lnTo>
                    <a:pt x="498842" y="15401"/>
                  </a:lnTo>
                  <a:lnTo>
                    <a:pt x="544498" y="6927"/>
                  </a:lnTo>
                  <a:lnTo>
                    <a:pt x="591229" y="1752"/>
                  </a:lnTo>
                  <a:lnTo>
                    <a:pt x="638911" y="0"/>
                  </a:lnTo>
                  <a:lnTo>
                    <a:pt x="2447187" y="0"/>
                  </a:lnTo>
                  <a:lnTo>
                    <a:pt x="2494870" y="1752"/>
                  </a:lnTo>
                  <a:lnTo>
                    <a:pt x="2541601" y="6927"/>
                  </a:lnTo>
                  <a:lnTo>
                    <a:pt x="2587257" y="15401"/>
                  </a:lnTo>
                  <a:lnTo>
                    <a:pt x="2631713" y="27050"/>
                  </a:lnTo>
                  <a:lnTo>
                    <a:pt x="2674848" y="41752"/>
                  </a:lnTo>
                  <a:lnTo>
                    <a:pt x="2716536" y="59382"/>
                  </a:lnTo>
                  <a:lnTo>
                    <a:pt x="2756655" y="79816"/>
                  </a:lnTo>
                  <a:lnTo>
                    <a:pt x="2795081" y="102932"/>
                  </a:lnTo>
                  <a:lnTo>
                    <a:pt x="2831691" y="128606"/>
                  </a:lnTo>
                  <a:lnTo>
                    <a:pt x="2866360" y="156714"/>
                  </a:lnTo>
                  <a:lnTo>
                    <a:pt x="2898966" y="187132"/>
                  </a:lnTo>
                  <a:lnTo>
                    <a:pt x="2929385" y="219738"/>
                  </a:lnTo>
                  <a:lnTo>
                    <a:pt x="2957493" y="254408"/>
                  </a:lnTo>
                  <a:lnTo>
                    <a:pt x="2983166" y="291017"/>
                  </a:lnTo>
                  <a:lnTo>
                    <a:pt x="3006282" y="329443"/>
                  </a:lnTo>
                  <a:lnTo>
                    <a:pt x="3026717" y="369562"/>
                  </a:lnTo>
                  <a:lnTo>
                    <a:pt x="3044347" y="411251"/>
                  </a:lnTo>
                  <a:lnTo>
                    <a:pt x="3059048" y="454385"/>
                  </a:lnTo>
                  <a:lnTo>
                    <a:pt x="3070698" y="498842"/>
                  </a:lnTo>
                  <a:lnTo>
                    <a:pt x="3079172" y="544498"/>
                  </a:lnTo>
                  <a:lnTo>
                    <a:pt x="3084347" y="591229"/>
                  </a:lnTo>
                  <a:lnTo>
                    <a:pt x="3084746" y="602094"/>
                  </a:lnTo>
                  <a:lnTo>
                    <a:pt x="3084746" y="675729"/>
                  </a:lnTo>
                  <a:lnTo>
                    <a:pt x="3079172" y="733325"/>
                  </a:lnTo>
                  <a:lnTo>
                    <a:pt x="3070698" y="778981"/>
                  </a:lnTo>
                  <a:lnTo>
                    <a:pt x="3059048" y="823438"/>
                  </a:lnTo>
                  <a:lnTo>
                    <a:pt x="3044347" y="866572"/>
                  </a:lnTo>
                  <a:lnTo>
                    <a:pt x="3026717" y="908260"/>
                  </a:lnTo>
                  <a:lnTo>
                    <a:pt x="3006282" y="948380"/>
                  </a:lnTo>
                  <a:lnTo>
                    <a:pt x="2983166" y="986806"/>
                  </a:lnTo>
                  <a:lnTo>
                    <a:pt x="2957493" y="1023415"/>
                  </a:lnTo>
                  <a:lnTo>
                    <a:pt x="2929385" y="1058084"/>
                  </a:lnTo>
                  <a:lnTo>
                    <a:pt x="2898966" y="1090690"/>
                  </a:lnTo>
                  <a:lnTo>
                    <a:pt x="2866360" y="1121109"/>
                  </a:lnTo>
                  <a:lnTo>
                    <a:pt x="2831691" y="1149217"/>
                  </a:lnTo>
                  <a:lnTo>
                    <a:pt x="2795081" y="1174891"/>
                  </a:lnTo>
                  <a:lnTo>
                    <a:pt x="2756655" y="1198007"/>
                  </a:lnTo>
                  <a:lnTo>
                    <a:pt x="2716536" y="1218441"/>
                  </a:lnTo>
                  <a:lnTo>
                    <a:pt x="2674848" y="1236071"/>
                  </a:lnTo>
                  <a:lnTo>
                    <a:pt x="2631713" y="1250772"/>
                  </a:lnTo>
                  <a:lnTo>
                    <a:pt x="2587257" y="1262422"/>
                  </a:lnTo>
                  <a:lnTo>
                    <a:pt x="2541601" y="1270896"/>
                  </a:lnTo>
                  <a:lnTo>
                    <a:pt x="2494870" y="1276071"/>
                  </a:lnTo>
                  <a:lnTo>
                    <a:pt x="2447187" y="1277823"/>
                  </a:lnTo>
                  <a:close/>
                </a:path>
              </a:pathLst>
            </a:custGeom>
            <a:solidFill>
              <a:srgbClr val="70B30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1170797" y="218039"/>
            <a:ext cx="3291840" cy="11112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8415" marR="5080" indent="-6350">
              <a:lnSpc>
                <a:spcPct val="116799"/>
              </a:lnSpc>
              <a:spcBef>
                <a:spcPts val="95"/>
              </a:spcBef>
            </a:pPr>
            <a:r>
              <a:rPr dirty="0" sz="3050" spc="-20" b="1">
                <a:latin typeface="Tahoma"/>
                <a:cs typeface="Tahoma"/>
              </a:rPr>
              <a:t xml:space="preserve">TAKY_SPACE</a:t>
            </a:r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800100">
              <a:lnSpc>
                <a:spcPct val="100000"/>
              </a:lnSpc>
              <a:spcBef>
                <a:spcPts val="100"/>
              </a:spcBef>
            </a:pPr>
            <a:r>
              <a:rPr dirty="0" spc="325" sz="4400" b="1">
                <a:latin typeface="Trebuchet MS"/>
              </a:rPr>
              <a:t xml:space="preserve">TECHNICAL APPROACH</a:t>
            </a: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4422916" y="190416"/>
            <a:ext cx="3648074" cy="127634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51884" y="3213674"/>
            <a:ext cx="142875" cy="14287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51884" y="4189034"/>
            <a:ext cx="142875" cy="14287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577619" y="3003667"/>
            <a:ext cx="15620365" cy="24561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>
                <a:solidFill>
                  <a:srgbClr val="FFFFFF"/>
                </a:solidFill>
                <a:latin typeface="Tahoma"/>
                <a:cs typeface="Tahoma"/>
              </a:rPr>
              <a:t xml:space="preserve">Stack: Next.js + FastAPI + LangGraph + Gemma 4 26B + TigerGraph 4.2.5 GSQL + scikit-learn RandomForest + SHAP + BGE-small-en-v1.5 GraphRAG.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>
                <a:solidFill>
                  <a:srgbClr val="FFFFFF"/>
                </a:solidFill>
                <a:latin typeface="Tahoma"/>
                <a:cs typeface="Tahoma"/>
              </a:rPr>
              <a:t xml:space="preserve">Method: 8 vertex / 11 edge schema, 2,505,266 edges, then a 12-node LangGraph machine: triage, investigate, evidence, XAI, policy, recommend.</a:t>
            </a: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316670" y="8799206"/>
            <a:ext cx="1520732" cy="552646"/>
          </a:xfrm>
          <a:prstGeom prst="rect">
            <a:avLst/>
          </a:prstGeom>
        </p:spPr>
      </p:pic>
      <p:sp>
        <p:nvSpPr>
          <p:cNvPr id="12" name="object 1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63500">
              <a:lnSpc>
                <a:spcPts val="3370"/>
              </a:lnSpc>
            </a:pPr>
            <a:fld id="{81D60167-4931-47E6-BA6A-407CBD079E47}" type="slidenum">
              <a:rPr dirty="0" spc="-50"/>
              <a:t>1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object 9"/>
          <p:cNvGrpSpPr/>
          <p:nvPr/>
        </p:nvGrpSpPr>
        <p:grpSpPr>
          <a:xfrm>
            <a:off x="0" y="190417"/>
            <a:ext cx="4926330" cy="1278255"/>
            <a:chOff x="0" y="190417"/>
            <a:chExt cx="4926330" cy="1278255"/>
          </a:xfrm>
        </p:grpSpPr>
        <p:sp>
          <p:nvSpPr>
            <p:cNvPr id="10" name="object 10"/>
            <p:cNvSpPr/>
            <p:nvPr/>
          </p:nvSpPr>
          <p:spPr>
            <a:xfrm>
              <a:off x="0" y="420096"/>
              <a:ext cx="4926330" cy="843915"/>
            </a:xfrm>
            <a:custGeom>
              <a:avLst/>
              <a:gdLst/>
              <a:ahLst/>
              <a:cxnLst/>
              <a:rect l="l" t="t" r="r" b="b"/>
              <a:pathLst>
                <a:path w="4926330" h="843915">
                  <a:moveTo>
                    <a:pt x="0" y="101316"/>
                  </a:moveTo>
                  <a:lnTo>
                    <a:pt x="0" y="0"/>
                  </a:lnTo>
                  <a:lnTo>
                    <a:pt x="6712" y="6792"/>
                  </a:lnTo>
                  <a:lnTo>
                    <a:pt x="17263" y="27663"/>
                  </a:lnTo>
                  <a:lnTo>
                    <a:pt x="1471154" y="27663"/>
                  </a:lnTo>
                  <a:lnTo>
                    <a:pt x="1517268" y="73778"/>
                  </a:lnTo>
                  <a:lnTo>
                    <a:pt x="17263" y="73778"/>
                  </a:lnTo>
                  <a:lnTo>
                    <a:pt x="6745" y="94410"/>
                  </a:lnTo>
                  <a:lnTo>
                    <a:pt x="6649" y="94599"/>
                  </a:lnTo>
                  <a:lnTo>
                    <a:pt x="0" y="101316"/>
                  </a:lnTo>
                  <a:close/>
                </a:path>
                <a:path w="4926330" h="843915">
                  <a:moveTo>
                    <a:pt x="1655722" y="420253"/>
                  </a:moveTo>
                  <a:lnTo>
                    <a:pt x="1590103" y="420253"/>
                  </a:lnTo>
                  <a:lnTo>
                    <a:pt x="1694283" y="316074"/>
                  </a:lnTo>
                  <a:lnTo>
                    <a:pt x="1451986" y="73778"/>
                  </a:lnTo>
                  <a:lnTo>
                    <a:pt x="1517268" y="73778"/>
                  </a:lnTo>
                  <a:lnTo>
                    <a:pt x="1726980" y="283489"/>
                  </a:lnTo>
                  <a:lnTo>
                    <a:pt x="1792486" y="283489"/>
                  </a:lnTo>
                  <a:lnTo>
                    <a:pt x="1759902" y="316074"/>
                  </a:lnTo>
                  <a:lnTo>
                    <a:pt x="1759677" y="316074"/>
                  </a:lnTo>
                  <a:lnTo>
                    <a:pt x="1792599" y="348996"/>
                  </a:lnTo>
                  <a:lnTo>
                    <a:pt x="1726980" y="348996"/>
                  </a:lnTo>
                  <a:lnTo>
                    <a:pt x="1655722" y="420253"/>
                  </a:lnTo>
                  <a:close/>
                </a:path>
                <a:path w="4926330" h="843915">
                  <a:moveTo>
                    <a:pt x="1792486" y="283489"/>
                  </a:moveTo>
                  <a:lnTo>
                    <a:pt x="1726980" y="283489"/>
                  </a:lnTo>
                  <a:lnTo>
                    <a:pt x="1916059" y="94410"/>
                  </a:lnTo>
                  <a:lnTo>
                    <a:pt x="3733563" y="94410"/>
                  </a:lnTo>
                  <a:lnTo>
                    <a:pt x="3733563" y="140750"/>
                  </a:lnTo>
                  <a:lnTo>
                    <a:pt x="1935226" y="140750"/>
                  </a:lnTo>
                  <a:lnTo>
                    <a:pt x="1792486" y="283489"/>
                  </a:lnTo>
                  <a:close/>
                </a:path>
                <a:path w="4926330" h="843915">
                  <a:moveTo>
                    <a:pt x="1446011" y="629628"/>
                  </a:moveTo>
                  <a:lnTo>
                    <a:pt x="0" y="629628"/>
                  </a:lnTo>
                  <a:lnTo>
                    <a:pt x="0" y="583400"/>
                  </a:lnTo>
                  <a:lnTo>
                    <a:pt x="1426956" y="583400"/>
                  </a:lnTo>
                  <a:lnTo>
                    <a:pt x="1557406" y="452950"/>
                  </a:lnTo>
                  <a:lnTo>
                    <a:pt x="1433721" y="329265"/>
                  </a:lnTo>
                  <a:lnTo>
                    <a:pt x="0" y="329265"/>
                  </a:lnTo>
                  <a:lnTo>
                    <a:pt x="0" y="282926"/>
                  </a:lnTo>
                  <a:lnTo>
                    <a:pt x="1452776" y="282926"/>
                  </a:lnTo>
                  <a:lnTo>
                    <a:pt x="1590103" y="420253"/>
                  </a:lnTo>
                  <a:lnTo>
                    <a:pt x="1655722" y="420253"/>
                  </a:lnTo>
                  <a:lnTo>
                    <a:pt x="1622800" y="453175"/>
                  </a:lnTo>
                  <a:lnTo>
                    <a:pt x="1655273" y="485648"/>
                  </a:lnTo>
                  <a:lnTo>
                    <a:pt x="1589990" y="485648"/>
                  </a:lnTo>
                  <a:lnTo>
                    <a:pt x="1446011" y="629628"/>
                  </a:lnTo>
                  <a:close/>
                </a:path>
                <a:path w="4926330" h="843915">
                  <a:moveTo>
                    <a:pt x="4222963" y="386541"/>
                  </a:moveTo>
                  <a:lnTo>
                    <a:pt x="4081053" y="386541"/>
                  </a:lnTo>
                  <a:lnTo>
                    <a:pt x="4091667" y="365720"/>
                  </a:lnTo>
                  <a:lnTo>
                    <a:pt x="4107958" y="349264"/>
                  </a:lnTo>
                  <a:lnTo>
                    <a:pt x="4128667" y="338452"/>
                  </a:lnTo>
                  <a:lnTo>
                    <a:pt x="4152536" y="334564"/>
                  </a:lnTo>
                  <a:lnTo>
                    <a:pt x="4181773" y="340462"/>
                  </a:lnTo>
                  <a:lnTo>
                    <a:pt x="4205640" y="356550"/>
                  </a:lnTo>
                  <a:lnTo>
                    <a:pt x="4221728" y="380418"/>
                  </a:lnTo>
                  <a:lnTo>
                    <a:pt x="4222963" y="386541"/>
                  </a:lnTo>
                  <a:close/>
                </a:path>
                <a:path w="4926330" h="843915">
                  <a:moveTo>
                    <a:pt x="2047072" y="603470"/>
                  </a:moveTo>
                  <a:lnTo>
                    <a:pt x="1981453" y="603470"/>
                  </a:lnTo>
                  <a:lnTo>
                    <a:pt x="1726980" y="348996"/>
                  </a:lnTo>
                  <a:lnTo>
                    <a:pt x="1792599" y="348996"/>
                  </a:lnTo>
                  <a:lnTo>
                    <a:pt x="1830145" y="386541"/>
                  </a:lnTo>
                  <a:lnTo>
                    <a:pt x="4222963" y="386541"/>
                  </a:lnTo>
                  <a:lnTo>
                    <a:pt x="4227626" y="409655"/>
                  </a:lnTo>
                  <a:lnTo>
                    <a:pt x="4222963" y="432768"/>
                  </a:lnTo>
                  <a:lnTo>
                    <a:pt x="1876371" y="432768"/>
                  </a:lnTo>
                  <a:lnTo>
                    <a:pt x="2047072" y="603470"/>
                  </a:lnTo>
                  <a:close/>
                </a:path>
                <a:path w="4926330" h="843915">
                  <a:moveTo>
                    <a:pt x="4152536" y="484745"/>
                  </a:moveTo>
                  <a:lnTo>
                    <a:pt x="4128667" y="480873"/>
                  </a:lnTo>
                  <a:lnTo>
                    <a:pt x="4107958" y="470088"/>
                  </a:lnTo>
                  <a:lnTo>
                    <a:pt x="4091667" y="453637"/>
                  </a:lnTo>
                  <a:lnTo>
                    <a:pt x="4081053" y="432768"/>
                  </a:lnTo>
                  <a:lnTo>
                    <a:pt x="4222963" y="432768"/>
                  </a:lnTo>
                  <a:lnTo>
                    <a:pt x="4221728" y="438892"/>
                  </a:lnTo>
                  <a:lnTo>
                    <a:pt x="4205640" y="462759"/>
                  </a:lnTo>
                  <a:lnTo>
                    <a:pt x="4181773" y="478847"/>
                  </a:lnTo>
                  <a:lnTo>
                    <a:pt x="4152536" y="484745"/>
                  </a:lnTo>
                  <a:close/>
                </a:path>
                <a:path w="4926330" h="843915">
                  <a:moveTo>
                    <a:pt x="4127506" y="649697"/>
                  </a:moveTo>
                  <a:lnTo>
                    <a:pt x="1754039" y="649697"/>
                  </a:lnTo>
                  <a:lnTo>
                    <a:pt x="1589990" y="485648"/>
                  </a:lnTo>
                  <a:lnTo>
                    <a:pt x="1655273" y="485648"/>
                  </a:lnTo>
                  <a:lnTo>
                    <a:pt x="1773094" y="603470"/>
                  </a:lnTo>
                  <a:lnTo>
                    <a:pt x="4127506" y="603470"/>
                  </a:lnTo>
                  <a:lnTo>
                    <a:pt x="4127506" y="649697"/>
                  </a:lnTo>
                  <a:close/>
                </a:path>
                <a:path w="4926330" h="843915">
                  <a:moveTo>
                    <a:pt x="4853718" y="843624"/>
                  </a:moveTo>
                  <a:lnTo>
                    <a:pt x="4829848" y="839752"/>
                  </a:lnTo>
                  <a:lnTo>
                    <a:pt x="4809140" y="828967"/>
                  </a:lnTo>
                  <a:lnTo>
                    <a:pt x="4792849" y="812516"/>
                  </a:lnTo>
                  <a:lnTo>
                    <a:pt x="4782235" y="791647"/>
                  </a:lnTo>
                  <a:lnTo>
                    <a:pt x="2169742" y="791647"/>
                  </a:lnTo>
                  <a:lnTo>
                    <a:pt x="2027792" y="649697"/>
                  </a:lnTo>
                  <a:lnTo>
                    <a:pt x="2093300" y="649697"/>
                  </a:lnTo>
                  <a:lnTo>
                    <a:pt x="2189023" y="745420"/>
                  </a:lnTo>
                  <a:lnTo>
                    <a:pt x="4924145" y="745420"/>
                  </a:lnTo>
                  <a:lnTo>
                    <a:pt x="4926314" y="756172"/>
                  </a:lnTo>
                  <a:lnTo>
                    <a:pt x="4926314" y="780895"/>
                  </a:lnTo>
                  <a:lnTo>
                    <a:pt x="4922910" y="797770"/>
                  </a:lnTo>
                  <a:lnTo>
                    <a:pt x="4906822" y="821638"/>
                  </a:lnTo>
                  <a:lnTo>
                    <a:pt x="4882955" y="837726"/>
                  </a:lnTo>
                  <a:lnTo>
                    <a:pt x="4853718" y="843624"/>
                  </a:lnTo>
                  <a:close/>
                </a:path>
                <a:path w="4926330" h="843915">
                  <a:moveTo>
                    <a:pt x="4924145" y="745420"/>
                  </a:moveTo>
                  <a:lnTo>
                    <a:pt x="4782235" y="745420"/>
                  </a:lnTo>
                  <a:lnTo>
                    <a:pt x="4792849" y="724598"/>
                  </a:lnTo>
                  <a:lnTo>
                    <a:pt x="4809140" y="708142"/>
                  </a:lnTo>
                  <a:lnTo>
                    <a:pt x="4829848" y="697331"/>
                  </a:lnTo>
                  <a:lnTo>
                    <a:pt x="4853718" y="693443"/>
                  </a:lnTo>
                  <a:lnTo>
                    <a:pt x="4882955" y="699341"/>
                  </a:lnTo>
                  <a:lnTo>
                    <a:pt x="4906822" y="715429"/>
                  </a:lnTo>
                  <a:lnTo>
                    <a:pt x="4922910" y="739296"/>
                  </a:lnTo>
                  <a:lnTo>
                    <a:pt x="4924145" y="745420"/>
                  </a:lnTo>
                  <a:close/>
                </a:path>
              </a:pathLst>
            </a:custGeom>
            <a:solidFill>
              <a:srgbClr val="8BEF3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238248" y="190417"/>
              <a:ext cx="3084830" cy="1278255"/>
            </a:xfrm>
            <a:custGeom>
              <a:avLst/>
              <a:gdLst/>
              <a:ahLst/>
              <a:cxnLst/>
              <a:rect l="l" t="t" r="r" b="b"/>
              <a:pathLst>
                <a:path w="3084829" h="1278255">
                  <a:moveTo>
                    <a:pt x="2447187" y="1277823"/>
                  </a:moveTo>
                  <a:lnTo>
                    <a:pt x="638911" y="1277823"/>
                  </a:lnTo>
                  <a:lnTo>
                    <a:pt x="591229" y="1276071"/>
                  </a:lnTo>
                  <a:lnTo>
                    <a:pt x="544498" y="1270896"/>
                  </a:lnTo>
                  <a:lnTo>
                    <a:pt x="498842" y="1262422"/>
                  </a:lnTo>
                  <a:lnTo>
                    <a:pt x="454385" y="1250772"/>
                  </a:lnTo>
                  <a:lnTo>
                    <a:pt x="411251" y="1236071"/>
                  </a:lnTo>
                  <a:lnTo>
                    <a:pt x="369562" y="1218441"/>
                  </a:lnTo>
                  <a:lnTo>
                    <a:pt x="329443" y="1198007"/>
                  </a:lnTo>
                  <a:lnTo>
                    <a:pt x="291017" y="1174891"/>
                  </a:lnTo>
                  <a:lnTo>
                    <a:pt x="254408" y="1149217"/>
                  </a:lnTo>
                  <a:lnTo>
                    <a:pt x="219738" y="1121109"/>
                  </a:lnTo>
                  <a:lnTo>
                    <a:pt x="187132" y="1090690"/>
                  </a:lnTo>
                  <a:lnTo>
                    <a:pt x="156714" y="1058084"/>
                  </a:lnTo>
                  <a:lnTo>
                    <a:pt x="128606" y="1023415"/>
                  </a:lnTo>
                  <a:lnTo>
                    <a:pt x="102932" y="986806"/>
                  </a:lnTo>
                  <a:lnTo>
                    <a:pt x="79816" y="948380"/>
                  </a:lnTo>
                  <a:lnTo>
                    <a:pt x="59382" y="908260"/>
                  </a:lnTo>
                  <a:lnTo>
                    <a:pt x="41752" y="866572"/>
                  </a:lnTo>
                  <a:lnTo>
                    <a:pt x="27050" y="823438"/>
                  </a:lnTo>
                  <a:lnTo>
                    <a:pt x="15401" y="778981"/>
                  </a:lnTo>
                  <a:lnTo>
                    <a:pt x="6927" y="733325"/>
                  </a:lnTo>
                  <a:lnTo>
                    <a:pt x="1752" y="686594"/>
                  </a:lnTo>
                  <a:lnTo>
                    <a:pt x="0" y="638911"/>
                  </a:lnTo>
                  <a:lnTo>
                    <a:pt x="1752" y="591229"/>
                  </a:lnTo>
                  <a:lnTo>
                    <a:pt x="6927" y="544498"/>
                  </a:lnTo>
                  <a:lnTo>
                    <a:pt x="15401" y="498842"/>
                  </a:lnTo>
                  <a:lnTo>
                    <a:pt x="27050" y="454385"/>
                  </a:lnTo>
                  <a:lnTo>
                    <a:pt x="41752" y="411251"/>
                  </a:lnTo>
                  <a:lnTo>
                    <a:pt x="59382" y="369562"/>
                  </a:lnTo>
                  <a:lnTo>
                    <a:pt x="79816" y="329443"/>
                  </a:lnTo>
                  <a:lnTo>
                    <a:pt x="102932" y="291017"/>
                  </a:lnTo>
                  <a:lnTo>
                    <a:pt x="128606" y="254408"/>
                  </a:lnTo>
                  <a:lnTo>
                    <a:pt x="156714" y="219738"/>
                  </a:lnTo>
                  <a:lnTo>
                    <a:pt x="187132" y="187132"/>
                  </a:lnTo>
                  <a:lnTo>
                    <a:pt x="219738" y="156714"/>
                  </a:lnTo>
                  <a:lnTo>
                    <a:pt x="254408" y="128606"/>
                  </a:lnTo>
                  <a:lnTo>
                    <a:pt x="291017" y="102932"/>
                  </a:lnTo>
                  <a:lnTo>
                    <a:pt x="329443" y="79816"/>
                  </a:lnTo>
                  <a:lnTo>
                    <a:pt x="369562" y="59382"/>
                  </a:lnTo>
                  <a:lnTo>
                    <a:pt x="411251" y="41752"/>
                  </a:lnTo>
                  <a:lnTo>
                    <a:pt x="454385" y="27050"/>
                  </a:lnTo>
                  <a:lnTo>
                    <a:pt x="498842" y="15401"/>
                  </a:lnTo>
                  <a:lnTo>
                    <a:pt x="544498" y="6927"/>
                  </a:lnTo>
                  <a:lnTo>
                    <a:pt x="591229" y="1752"/>
                  </a:lnTo>
                  <a:lnTo>
                    <a:pt x="638911" y="0"/>
                  </a:lnTo>
                  <a:lnTo>
                    <a:pt x="2447187" y="0"/>
                  </a:lnTo>
                  <a:lnTo>
                    <a:pt x="2494870" y="1752"/>
                  </a:lnTo>
                  <a:lnTo>
                    <a:pt x="2541601" y="6927"/>
                  </a:lnTo>
                  <a:lnTo>
                    <a:pt x="2587257" y="15401"/>
                  </a:lnTo>
                  <a:lnTo>
                    <a:pt x="2631713" y="27050"/>
                  </a:lnTo>
                  <a:lnTo>
                    <a:pt x="2674848" y="41752"/>
                  </a:lnTo>
                  <a:lnTo>
                    <a:pt x="2716536" y="59382"/>
                  </a:lnTo>
                  <a:lnTo>
                    <a:pt x="2756655" y="79816"/>
                  </a:lnTo>
                  <a:lnTo>
                    <a:pt x="2795081" y="102932"/>
                  </a:lnTo>
                  <a:lnTo>
                    <a:pt x="2831691" y="128606"/>
                  </a:lnTo>
                  <a:lnTo>
                    <a:pt x="2866360" y="156714"/>
                  </a:lnTo>
                  <a:lnTo>
                    <a:pt x="2898966" y="187132"/>
                  </a:lnTo>
                  <a:lnTo>
                    <a:pt x="2929385" y="219738"/>
                  </a:lnTo>
                  <a:lnTo>
                    <a:pt x="2957493" y="254408"/>
                  </a:lnTo>
                  <a:lnTo>
                    <a:pt x="2983166" y="291017"/>
                  </a:lnTo>
                  <a:lnTo>
                    <a:pt x="3006282" y="329443"/>
                  </a:lnTo>
                  <a:lnTo>
                    <a:pt x="3026717" y="369562"/>
                  </a:lnTo>
                  <a:lnTo>
                    <a:pt x="3044347" y="411251"/>
                  </a:lnTo>
                  <a:lnTo>
                    <a:pt x="3059048" y="454385"/>
                  </a:lnTo>
                  <a:lnTo>
                    <a:pt x="3070698" y="498842"/>
                  </a:lnTo>
                  <a:lnTo>
                    <a:pt x="3079172" y="544498"/>
                  </a:lnTo>
                  <a:lnTo>
                    <a:pt x="3084347" y="591229"/>
                  </a:lnTo>
                  <a:lnTo>
                    <a:pt x="3084746" y="602094"/>
                  </a:lnTo>
                  <a:lnTo>
                    <a:pt x="3084746" y="675729"/>
                  </a:lnTo>
                  <a:lnTo>
                    <a:pt x="3079172" y="733325"/>
                  </a:lnTo>
                  <a:lnTo>
                    <a:pt x="3070698" y="778981"/>
                  </a:lnTo>
                  <a:lnTo>
                    <a:pt x="3059048" y="823438"/>
                  </a:lnTo>
                  <a:lnTo>
                    <a:pt x="3044347" y="866572"/>
                  </a:lnTo>
                  <a:lnTo>
                    <a:pt x="3026717" y="908260"/>
                  </a:lnTo>
                  <a:lnTo>
                    <a:pt x="3006282" y="948380"/>
                  </a:lnTo>
                  <a:lnTo>
                    <a:pt x="2983166" y="986806"/>
                  </a:lnTo>
                  <a:lnTo>
                    <a:pt x="2957493" y="1023415"/>
                  </a:lnTo>
                  <a:lnTo>
                    <a:pt x="2929385" y="1058084"/>
                  </a:lnTo>
                  <a:lnTo>
                    <a:pt x="2898966" y="1090690"/>
                  </a:lnTo>
                  <a:lnTo>
                    <a:pt x="2866360" y="1121109"/>
                  </a:lnTo>
                  <a:lnTo>
                    <a:pt x="2831691" y="1149217"/>
                  </a:lnTo>
                  <a:lnTo>
                    <a:pt x="2795081" y="1174891"/>
                  </a:lnTo>
                  <a:lnTo>
                    <a:pt x="2756655" y="1198007"/>
                  </a:lnTo>
                  <a:lnTo>
                    <a:pt x="2716536" y="1218441"/>
                  </a:lnTo>
                  <a:lnTo>
                    <a:pt x="2674848" y="1236071"/>
                  </a:lnTo>
                  <a:lnTo>
                    <a:pt x="2631713" y="1250772"/>
                  </a:lnTo>
                  <a:lnTo>
                    <a:pt x="2587257" y="1262422"/>
                  </a:lnTo>
                  <a:lnTo>
                    <a:pt x="2541601" y="1270896"/>
                  </a:lnTo>
                  <a:lnTo>
                    <a:pt x="2494870" y="1276071"/>
                  </a:lnTo>
                  <a:lnTo>
                    <a:pt x="2447187" y="1277823"/>
                  </a:lnTo>
                  <a:close/>
                </a:path>
              </a:pathLst>
            </a:custGeom>
            <a:solidFill>
              <a:srgbClr val="70B30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/>
          <p:nvPr/>
        </p:nvSpPr>
        <p:spPr>
          <a:xfrm>
            <a:off x="1170797" y="218039"/>
            <a:ext cx="3291840" cy="11112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8415" marR="5080" indent="-6350">
              <a:lnSpc>
                <a:spcPct val="116799"/>
              </a:lnSpc>
              <a:spcBef>
                <a:spcPts val="95"/>
              </a:spcBef>
            </a:pPr>
            <a:r>
              <a:rPr dirty="0" sz="3050" spc="-20" b="1">
                <a:latin typeface="Tahoma"/>
                <a:cs typeface="Tahoma"/>
              </a:rPr>
              <a:t xml:space="preserve">TAKY_SPACE</a:t>
            </a:r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215" sz="4400" b="1">
                <a:latin typeface="Trebuchet MS"/>
              </a:rPr>
              <a:t xml:space="preserve">FEASIBILITY AND VIABILITY</a:t>
            </a:r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4422916" y="190416"/>
            <a:ext cx="3648074" cy="127634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51884" y="3213674"/>
            <a:ext cx="142875" cy="14287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51884" y="4189034"/>
            <a:ext cx="142875" cy="14287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51884" y="5164394"/>
            <a:ext cx="142875" cy="142874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702945">
              <a:lnSpc>
                <a:spcPct val="100000"/>
              </a:lnSpc>
              <a:spcBef>
                <a:spcPts val="100"/>
              </a:spcBef>
            </a:pPr>
            <a:r>
              <a:rPr dirty="0" spc="70" sz="3200">
                <a:latin typeface="Tahoma"/>
              </a:rPr>
              <a:t xml:space="preserve">Feasible today: all 14 architecture layers are LIVE against real artifacts, not design documents.</a:t>
            </a:r>
          </a:p>
          <a:p>
            <a:pPr marL="702945">
              <a:lnSpc>
                <a:spcPct val="100000"/>
              </a:lnSpc>
              <a:spcBef>
                <a:spcPts val="100"/>
              </a:spcBef>
            </a:pPr>
            <a:r>
              <a:rPr dirty="0" spc="70" sz="3200">
                <a:latin typeface="Tahoma"/>
              </a:rPr>
              <a:t xml:space="preserve">Risk: graph scale and LLM cost, bounded by a one-round evidence loop and a read-only tool layer.</a:t>
            </a:r>
          </a:p>
          <a:p>
            <a:pPr marL="702945">
              <a:lnSpc>
                <a:spcPct val="100000"/>
              </a:lnSpc>
              <a:spcBef>
                <a:spcPts val="100"/>
              </a:spcBef>
            </a:pPr>
            <a:r>
              <a:rPr dirty="0" spc="70" sz="3200">
                <a:latin typeface="Tahoma"/>
              </a:rPr>
              <a:t xml:space="preserve">Mitigation: five dangerous operations refused by policy and graph writes blocked by design.</a:t>
            </a: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316670" y="8799206"/>
            <a:ext cx="1520732" cy="552646"/>
          </a:xfrm>
          <a:prstGeom prst="rect">
            <a:avLst/>
          </a:prstGeom>
        </p:spPr>
      </p:pic>
      <p:sp>
        <p:nvSpPr>
          <p:cNvPr id="13" name="object 1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63500">
              <a:lnSpc>
                <a:spcPts val="3370"/>
              </a:lnSpc>
            </a:pPr>
            <a:fld id="{81D60167-4931-47E6-BA6A-407CBD079E47}" type="slidenum">
              <a:rPr dirty="0" spc="-50"/>
              <a:t>1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object 8"/>
          <p:cNvGrpSpPr/>
          <p:nvPr/>
        </p:nvGrpSpPr>
        <p:grpSpPr>
          <a:xfrm>
            <a:off x="0" y="190417"/>
            <a:ext cx="4926330" cy="1278255"/>
            <a:chOff x="0" y="190417"/>
            <a:chExt cx="4926330" cy="1278255"/>
          </a:xfrm>
        </p:grpSpPr>
        <p:sp>
          <p:nvSpPr>
            <p:cNvPr id="9" name="object 9"/>
            <p:cNvSpPr/>
            <p:nvPr/>
          </p:nvSpPr>
          <p:spPr>
            <a:xfrm>
              <a:off x="0" y="420096"/>
              <a:ext cx="4926330" cy="843915"/>
            </a:xfrm>
            <a:custGeom>
              <a:avLst/>
              <a:gdLst/>
              <a:ahLst/>
              <a:cxnLst/>
              <a:rect l="l" t="t" r="r" b="b"/>
              <a:pathLst>
                <a:path w="4926330" h="843915">
                  <a:moveTo>
                    <a:pt x="0" y="101316"/>
                  </a:moveTo>
                  <a:lnTo>
                    <a:pt x="0" y="0"/>
                  </a:lnTo>
                  <a:lnTo>
                    <a:pt x="6712" y="6792"/>
                  </a:lnTo>
                  <a:lnTo>
                    <a:pt x="17263" y="27663"/>
                  </a:lnTo>
                  <a:lnTo>
                    <a:pt x="1471154" y="27663"/>
                  </a:lnTo>
                  <a:lnTo>
                    <a:pt x="1517268" y="73778"/>
                  </a:lnTo>
                  <a:lnTo>
                    <a:pt x="17263" y="73778"/>
                  </a:lnTo>
                  <a:lnTo>
                    <a:pt x="6745" y="94410"/>
                  </a:lnTo>
                  <a:lnTo>
                    <a:pt x="6649" y="94599"/>
                  </a:lnTo>
                  <a:lnTo>
                    <a:pt x="0" y="101316"/>
                  </a:lnTo>
                  <a:close/>
                </a:path>
                <a:path w="4926330" h="843915">
                  <a:moveTo>
                    <a:pt x="1655722" y="420253"/>
                  </a:moveTo>
                  <a:lnTo>
                    <a:pt x="1590103" y="420253"/>
                  </a:lnTo>
                  <a:lnTo>
                    <a:pt x="1694283" y="316074"/>
                  </a:lnTo>
                  <a:lnTo>
                    <a:pt x="1451986" y="73778"/>
                  </a:lnTo>
                  <a:lnTo>
                    <a:pt x="1517268" y="73778"/>
                  </a:lnTo>
                  <a:lnTo>
                    <a:pt x="1726980" y="283489"/>
                  </a:lnTo>
                  <a:lnTo>
                    <a:pt x="1792486" y="283489"/>
                  </a:lnTo>
                  <a:lnTo>
                    <a:pt x="1759902" y="316074"/>
                  </a:lnTo>
                  <a:lnTo>
                    <a:pt x="1759677" y="316074"/>
                  </a:lnTo>
                  <a:lnTo>
                    <a:pt x="1792599" y="348996"/>
                  </a:lnTo>
                  <a:lnTo>
                    <a:pt x="1726980" y="348996"/>
                  </a:lnTo>
                  <a:lnTo>
                    <a:pt x="1655722" y="420253"/>
                  </a:lnTo>
                  <a:close/>
                </a:path>
                <a:path w="4926330" h="843915">
                  <a:moveTo>
                    <a:pt x="1792486" y="283489"/>
                  </a:moveTo>
                  <a:lnTo>
                    <a:pt x="1726980" y="283489"/>
                  </a:lnTo>
                  <a:lnTo>
                    <a:pt x="1916059" y="94410"/>
                  </a:lnTo>
                  <a:lnTo>
                    <a:pt x="3733563" y="94410"/>
                  </a:lnTo>
                  <a:lnTo>
                    <a:pt x="3733563" y="140750"/>
                  </a:lnTo>
                  <a:lnTo>
                    <a:pt x="1935226" y="140750"/>
                  </a:lnTo>
                  <a:lnTo>
                    <a:pt x="1792486" y="283489"/>
                  </a:lnTo>
                  <a:close/>
                </a:path>
                <a:path w="4926330" h="843915">
                  <a:moveTo>
                    <a:pt x="1446011" y="629628"/>
                  </a:moveTo>
                  <a:lnTo>
                    <a:pt x="0" y="629628"/>
                  </a:lnTo>
                  <a:lnTo>
                    <a:pt x="0" y="583400"/>
                  </a:lnTo>
                  <a:lnTo>
                    <a:pt x="1426956" y="583400"/>
                  </a:lnTo>
                  <a:lnTo>
                    <a:pt x="1557406" y="452950"/>
                  </a:lnTo>
                  <a:lnTo>
                    <a:pt x="1433721" y="329265"/>
                  </a:lnTo>
                  <a:lnTo>
                    <a:pt x="0" y="329265"/>
                  </a:lnTo>
                  <a:lnTo>
                    <a:pt x="0" y="282926"/>
                  </a:lnTo>
                  <a:lnTo>
                    <a:pt x="1452776" y="282926"/>
                  </a:lnTo>
                  <a:lnTo>
                    <a:pt x="1590103" y="420253"/>
                  </a:lnTo>
                  <a:lnTo>
                    <a:pt x="1655722" y="420253"/>
                  </a:lnTo>
                  <a:lnTo>
                    <a:pt x="1622800" y="453175"/>
                  </a:lnTo>
                  <a:lnTo>
                    <a:pt x="1655273" y="485648"/>
                  </a:lnTo>
                  <a:lnTo>
                    <a:pt x="1589990" y="485648"/>
                  </a:lnTo>
                  <a:lnTo>
                    <a:pt x="1446011" y="629628"/>
                  </a:lnTo>
                  <a:close/>
                </a:path>
                <a:path w="4926330" h="843915">
                  <a:moveTo>
                    <a:pt x="4222963" y="386541"/>
                  </a:moveTo>
                  <a:lnTo>
                    <a:pt x="4081053" y="386541"/>
                  </a:lnTo>
                  <a:lnTo>
                    <a:pt x="4091667" y="365720"/>
                  </a:lnTo>
                  <a:lnTo>
                    <a:pt x="4107958" y="349264"/>
                  </a:lnTo>
                  <a:lnTo>
                    <a:pt x="4128667" y="338452"/>
                  </a:lnTo>
                  <a:lnTo>
                    <a:pt x="4152536" y="334564"/>
                  </a:lnTo>
                  <a:lnTo>
                    <a:pt x="4181773" y="340462"/>
                  </a:lnTo>
                  <a:lnTo>
                    <a:pt x="4205640" y="356550"/>
                  </a:lnTo>
                  <a:lnTo>
                    <a:pt x="4221728" y="380418"/>
                  </a:lnTo>
                  <a:lnTo>
                    <a:pt x="4222963" y="386541"/>
                  </a:lnTo>
                  <a:close/>
                </a:path>
                <a:path w="4926330" h="843915">
                  <a:moveTo>
                    <a:pt x="2047072" y="603470"/>
                  </a:moveTo>
                  <a:lnTo>
                    <a:pt x="1981453" y="603470"/>
                  </a:lnTo>
                  <a:lnTo>
                    <a:pt x="1726980" y="348996"/>
                  </a:lnTo>
                  <a:lnTo>
                    <a:pt x="1792599" y="348996"/>
                  </a:lnTo>
                  <a:lnTo>
                    <a:pt x="1830145" y="386541"/>
                  </a:lnTo>
                  <a:lnTo>
                    <a:pt x="4222963" y="386541"/>
                  </a:lnTo>
                  <a:lnTo>
                    <a:pt x="4227626" y="409655"/>
                  </a:lnTo>
                  <a:lnTo>
                    <a:pt x="4222963" y="432768"/>
                  </a:lnTo>
                  <a:lnTo>
                    <a:pt x="1876371" y="432768"/>
                  </a:lnTo>
                  <a:lnTo>
                    <a:pt x="2047072" y="603470"/>
                  </a:lnTo>
                  <a:close/>
                </a:path>
                <a:path w="4926330" h="843915">
                  <a:moveTo>
                    <a:pt x="4152536" y="484745"/>
                  </a:moveTo>
                  <a:lnTo>
                    <a:pt x="4128667" y="480873"/>
                  </a:lnTo>
                  <a:lnTo>
                    <a:pt x="4107958" y="470088"/>
                  </a:lnTo>
                  <a:lnTo>
                    <a:pt x="4091667" y="453637"/>
                  </a:lnTo>
                  <a:lnTo>
                    <a:pt x="4081053" y="432768"/>
                  </a:lnTo>
                  <a:lnTo>
                    <a:pt x="4222963" y="432768"/>
                  </a:lnTo>
                  <a:lnTo>
                    <a:pt x="4221728" y="438892"/>
                  </a:lnTo>
                  <a:lnTo>
                    <a:pt x="4205640" y="462759"/>
                  </a:lnTo>
                  <a:lnTo>
                    <a:pt x="4181773" y="478847"/>
                  </a:lnTo>
                  <a:lnTo>
                    <a:pt x="4152536" y="484745"/>
                  </a:lnTo>
                  <a:close/>
                </a:path>
                <a:path w="4926330" h="843915">
                  <a:moveTo>
                    <a:pt x="4127506" y="649697"/>
                  </a:moveTo>
                  <a:lnTo>
                    <a:pt x="1754039" y="649697"/>
                  </a:lnTo>
                  <a:lnTo>
                    <a:pt x="1589990" y="485648"/>
                  </a:lnTo>
                  <a:lnTo>
                    <a:pt x="1655273" y="485648"/>
                  </a:lnTo>
                  <a:lnTo>
                    <a:pt x="1773094" y="603470"/>
                  </a:lnTo>
                  <a:lnTo>
                    <a:pt x="4127506" y="603470"/>
                  </a:lnTo>
                  <a:lnTo>
                    <a:pt x="4127506" y="649697"/>
                  </a:lnTo>
                  <a:close/>
                </a:path>
                <a:path w="4926330" h="843915">
                  <a:moveTo>
                    <a:pt x="4853718" y="843624"/>
                  </a:moveTo>
                  <a:lnTo>
                    <a:pt x="4829848" y="839752"/>
                  </a:lnTo>
                  <a:lnTo>
                    <a:pt x="4809140" y="828967"/>
                  </a:lnTo>
                  <a:lnTo>
                    <a:pt x="4792849" y="812516"/>
                  </a:lnTo>
                  <a:lnTo>
                    <a:pt x="4782235" y="791647"/>
                  </a:lnTo>
                  <a:lnTo>
                    <a:pt x="2169742" y="791647"/>
                  </a:lnTo>
                  <a:lnTo>
                    <a:pt x="2027792" y="649697"/>
                  </a:lnTo>
                  <a:lnTo>
                    <a:pt x="2093300" y="649697"/>
                  </a:lnTo>
                  <a:lnTo>
                    <a:pt x="2189023" y="745420"/>
                  </a:lnTo>
                  <a:lnTo>
                    <a:pt x="4924145" y="745420"/>
                  </a:lnTo>
                  <a:lnTo>
                    <a:pt x="4926314" y="756172"/>
                  </a:lnTo>
                  <a:lnTo>
                    <a:pt x="4926314" y="780895"/>
                  </a:lnTo>
                  <a:lnTo>
                    <a:pt x="4922910" y="797770"/>
                  </a:lnTo>
                  <a:lnTo>
                    <a:pt x="4906822" y="821638"/>
                  </a:lnTo>
                  <a:lnTo>
                    <a:pt x="4882955" y="837726"/>
                  </a:lnTo>
                  <a:lnTo>
                    <a:pt x="4853718" y="843624"/>
                  </a:lnTo>
                  <a:close/>
                </a:path>
                <a:path w="4926330" h="843915">
                  <a:moveTo>
                    <a:pt x="4924145" y="745420"/>
                  </a:moveTo>
                  <a:lnTo>
                    <a:pt x="4782235" y="745420"/>
                  </a:lnTo>
                  <a:lnTo>
                    <a:pt x="4792849" y="724598"/>
                  </a:lnTo>
                  <a:lnTo>
                    <a:pt x="4809140" y="708142"/>
                  </a:lnTo>
                  <a:lnTo>
                    <a:pt x="4829848" y="697331"/>
                  </a:lnTo>
                  <a:lnTo>
                    <a:pt x="4853718" y="693443"/>
                  </a:lnTo>
                  <a:lnTo>
                    <a:pt x="4882955" y="699341"/>
                  </a:lnTo>
                  <a:lnTo>
                    <a:pt x="4906822" y="715429"/>
                  </a:lnTo>
                  <a:lnTo>
                    <a:pt x="4922910" y="739296"/>
                  </a:lnTo>
                  <a:lnTo>
                    <a:pt x="4924145" y="745420"/>
                  </a:lnTo>
                  <a:close/>
                </a:path>
              </a:pathLst>
            </a:custGeom>
            <a:solidFill>
              <a:srgbClr val="8BEF3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238248" y="190417"/>
              <a:ext cx="3084830" cy="1278255"/>
            </a:xfrm>
            <a:custGeom>
              <a:avLst/>
              <a:gdLst/>
              <a:ahLst/>
              <a:cxnLst/>
              <a:rect l="l" t="t" r="r" b="b"/>
              <a:pathLst>
                <a:path w="3084829" h="1278255">
                  <a:moveTo>
                    <a:pt x="2447187" y="1277823"/>
                  </a:moveTo>
                  <a:lnTo>
                    <a:pt x="638911" y="1277823"/>
                  </a:lnTo>
                  <a:lnTo>
                    <a:pt x="591229" y="1276071"/>
                  </a:lnTo>
                  <a:lnTo>
                    <a:pt x="544498" y="1270896"/>
                  </a:lnTo>
                  <a:lnTo>
                    <a:pt x="498842" y="1262422"/>
                  </a:lnTo>
                  <a:lnTo>
                    <a:pt x="454385" y="1250772"/>
                  </a:lnTo>
                  <a:lnTo>
                    <a:pt x="411251" y="1236071"/>
                  </a:lnTo>
                  <a:lnTo>
                    <a:pt x="369562" y="1218441"/>
                  </a:lnTo>
                  <a:lnTo>
                    <a:pt x="329443" y="1198007"/>
                  </a:lnTo>
                  <a:lnTo>
                    <a:pt x="291017" y="1174891"/>
                  </a:lnTo>
                  <a:lnTo>
                    <a:pt x="254408" y="1149217"/>
                  </a:lnTo>
                  <a:lnTo>
                    <a:pt x="219738" y="1121109"/>
                  </a:lnTo>
                  <a:lnTo>
                    <a:pt x="187132" y="1090690"/>
                  </a:lnTo>
                  <a:lnTo>
                    <a:pt x="156714" y="1058084"/>
                  </a:lnTo>
                  <a:lnTo>
                    <a:pt x="128606" y="1023415"/>
                  </a:lnTo>
                  <a:lnTo>
                    <a:pt x="102932" y="986806"/>
                  </a:lnTo>
                  <a:lnTo>
                    <a:pt x="79816" y="948380"/>
                  </a:lnTo>
                  <a:lnTo>
                    <a:pt x="59382" y="908260"/>
                  </a:lnTo>
                  <a:lnTo>
                    <a:pt x="41752" y="866572"/>
                  </a:lnTo>
                  <a:lnTo>
                    <a:pt x="27050" y="823438"/>
                  </a:lnTo>
                  <a:lnTo>
                    <a:pt x="15401" y="778981"/>
                  </a:lnTo>
                  <a:lnTo>
                    <a:pt x="6927" y="733325"/>
                  </a:lnTo>
                  <a:lnTo>
                    <a:pt x="1752" y="686594"/>
                  </a:lnTo>
                  <a:lnTo>
                    <a:pt x="0" y="638911"/>
                  </a:lnTo>
                  <a:lnTo>
                    <a:pt x="1752" y="591229"/>
                  </a:lnTo>
                  <a:lnTo>
                    <a:pt x="6927" y="544498"/>
                  </a:lnTo>
                  <a:lnTo>
                    <a:pt x="15401" y="498842"/>
                  </a:lnTo>
                  <a:lnTo>
                    <a:pt x="27050" y="454385"/>
                  </a:lnTo>
                  <a:lnTo>
                    <a:pt x="41752" y="411251"/>
                  </a:lnTo>
                  <a:lnTo>
                    <a:pt x="59382" y="369562"/>
                  </a:lnTo>
                  <a:lnTo>
                    <a:pt x="79816" y="329443"/>
                  </a:lnTo>
                  <a:lnTo>
                    <a:pt x="102932" y="291017"/>
                  </a:lnTo>
                  <a:lnTo>
                    <a:pt x="128606" y="254408"/>
                  </a:lnTo>
                  <a:lnTo>
                    <a:pt x="156714" y="219738"/>
                  </a:lnTo>
                  <a:lnTo>
                    <a:pt x="187132" y="187132"/>
                  </a:lnTo>
                  <a:lnTo>
                    <a:pt x="219738" y="156714"/>
                  </a:lnTo>
                  <a:lnTo>
                    <a:pt x="254408" y="128606"/>
                  </a:lnTo>
                  <a:lnTo>
                    <a:pt x="291017" y="102932"/>
                  </a:lnTo>
                  <a:lnTo>
                    <a:pt x="329443" y="79816"/>
                  </a:lnTo>
                  <a:lnTo>
                    <a:pt x="369562" y="59382"/>
                  </a:lnTo>
                  <a:lnTo>
                    <a:pt x="411251" y="41752"/>
                  </a:lnTo>
                  <a:lnTo>
                    <a:pt x="454385" y="27050"/>
                  </a:lnTo>
                  <a:lnTo>
                    <a:pt x="498842" y="15401"/>
                  </a:lnTo>
                  <a:lnTo>
                    <a:pt x="544498" y="6927"/>
                  </a:lnTo>
                  <a:lnTo>
                    <a:pt x="591229" y="1752"/>
                  </a:lnTo>
                  <a:lnTo>
                    <a:pt x="638911" y="0"/>
                  </a:lnTo>
                  <a:lnTo>
                    <a:pt x="2447187" y="0"/>
                  </a:lnTo>
                  <a:lnTo>
                    <a:pt x="2494870" y="1752"/>
                  </a:lnTo>
                  <a:lnTo>
                    <a:pt x="2541601" y="6927"/>
                  </a:lnTo>
                  <a:lnTo>
                    <a:pt x="2587257" y="15401"/>
                  </a:lnTo>
                  <a:lnTo>
                    <a:pt x="2631713" y="27050"/>
                  </a:lnTo>
                  <a:lnTo>
                    <a:pt x="2674848" y="41752"/>
                  </a:lnTo>
                  <a:lnTo>
                    <a:pt x="2716536" y="59382"/>
                  </a:lnTo>
                  <a:lnTo>
                    <a:pt x="2756655" y="79816"/>
                  </a:lnTo>
                  <a:lnTo>
                    <a:pt x="2795081" y="102932"/>
                  </a:lnTo>
                  <a:lnTo>
                    <a:pt x="2831691" y="128606"/>
                  </a:lnTo>
                  <a:lnTo>
                    <a:pt x="2866360" y="156714"/>
                  </a:lnTo>
                  <a:lnTo>
                    <a:pt x="2898966" y="187132"/>
                  </a:lnTo>
                  <a:lnTo>
                    <a:pt x="2929385" y="219738"/>
                  </a:lnTo>
                  <a:lnTo>
                    <a:pt x="2957493" y="254408"/>
                  </a:lnTo>
                  <a:lnTo>
                    <a:pt x="2983166" y="291017"/>
                  </a:lnTo>
                  <a:lnTo>
                    <a:pt x="3006282" y="329443"/>
                  </a:lnTo>
                  <a:lnTo>
                    <a:pt x="3026717" y="369562"/>
                  </a:lnTo>
                  <a:lnTo>
                    <a:pt x="3044347" y="411251"/>
                  </a:lnTo>
                  <a:lnTo>
                    <a:pt x="3059048" y="454385"/>
                  </a:lnTo>
                  <a:lnTo>
                    <a:pt x="3070698" y="498842"/>
                  </a:lnTo>
                  <a:lnTo>
                    <a:pt x="3079172" y="544498"/>
                  </a:lnTo>
                  <a:lnTo>
                    <a:pt x="3084347" y="591229"/>
                  </a:lnTo>
                  <a:lnTo>
                    <a:pt x="3084746" y="602094"/>
                  </a:lnTo>
                  <a:lnTo>
                    <a:pt x="3084746" y="675729"/>
                  </a:lnTo>
                  <a:lnTo>
                    <a:pt x="3079172" y="733325"/>
                  </a:lnTo>
                  <a:lnTo>
                    <a:pt x="3070698" y="778981"/>
                  </a:lnTo>
                  <a:lnTo>
                    <a:pt x="3059048" y="823438"/>
                  </a:lnTo>
                  <a:lnTo>
                    <a:pt x="3044347" y="866572"/>
                  </a:lnTo>
                  <a:lnTo>
                    <a:pt x="3026717" y="908260"/>
                  </a:lnTo>
                  <a:lnTo>
                    <a:pt x="3006282" y="948380"/>
                  </a:lnTo>
                  <a:lnTo>
                    <a:pt x="2983166" y="986806"/>
                  </a:lnTo>
                  <a:lnTo>
                    <a:pt x="2957493" y="1023415"/>
                  </a:lnTo>
                  <a:lnTo>
                    <a:pt x="2929385" y="1058084"/>
                  </a:lnTo>
                  <a:lnTo>
                    <a:pt x="2898966" y="1090690"/>
                  </a:lnTo>
                  <a:lnTo>
                    <a:pt x="2866360" y="1121109"/>
                  </a:lnTo>
                  <a:lnTo>
                    <a:pt x="2831691" y="1149217"/>
                  </a:lnTo>
                  <a:lnTo>
                    <a:pt x="2795081" y="1174891"/>
                  </a:lnTo>
                  <a:lnTo>
                    <a:pt x="2756655" y="1198007"/>
                  </a:lnTo>
                  <a:lnTo>
                    <a:pt x="2716536" y="1218441"/>
                  </a:lnTo>
                  <a:lnTo>
                    <a:pt x="2674848" y="1236071"/>
                  </a:lnTo>
                  <a:lnTo>
                    <a:pt x="2631713" y="1250772"/>
                  </a:lnTo>
                  <a:lnTo>
                    <a:pt x="2587257" y="1262422"/>
                  </a:lnTo>
                  <a:lnTo>
                    <a:pt x="2541601" y="1270896"/>
                  </a:lnTo>
                  <a:lnTo>
                    <a:pt x="2494870" y="1276071"/>
                  </a:lnTo>
                  <a:lnTo>
                    <a:pt x="2447187" y="1277823"/>
                  </a:lnTo>
                  <a:close/>
                </a:path>
              </a:pathLst>
            </a:custGeom>
            <a:solidFill>
              <a:srgbClr val="70B30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1170797" y="218039"/>
            <a:ext cx="3291840" cy="11112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8415" marR="5080" indent="-6350">
              <a:lnSpc>
                <a:spcPct val="116799"/>
              </a:lnSpc>
              <a:spcBef>
                <a:spcPts val="95"/>
              </a:spcBef>
            </a:pPr>
            <a:r>
              <a:rPr dirty="0" sz="3050" spc="-20" b="1">
                <a:latin typeface="Tahoma"/>
                <a:cs typeface="Tahoma"/>
              </a:rPr>
              <a:t xml:space="preserve">TAKY_SPACE</a:t>
            </a:r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654685">
              <a:lnSpc>
                <a:spcPct val="100000"/>
              </a:lnSpc>
              <a:spcBef>
                <a:spcPts val="100"/>
              </a:spcBef>
            </a:pPr>
            <a:r>
              <a:rPr dirty="0" spc="415" sz="4400" b="1">
                <a:latin typeface="Trebuchet MS"/>
              </a:rPr>
              <a:t xml:space="preserve">IMPACT AND BENEFITS</a:t>
            </a: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4422916" y="190416"/>
            <a:ext cx="3648074" cy="127634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51884" y="3213674"/>
            <a:ext cx="142875" cy="14287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51884" y="4189034"/>
            <a:ext cx="142875" cy="14287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577619" y="3003667"/>
            <a:ext cx="11396345" cy="2514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spc="65">
                <a:solidFill>
                  <a:srgbClr val="FFFFFF"/>
                </a:solidFill>
                <a:latin typeface="Tahoma"/>
                <a:cs typeface="Tahoma"/>
              </a:rPr>
              <a:t xml:space="preserve">Analysts get a decision plus its evidence chain, not a black-box score - every claim traces to an artifact.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spc="65">
                <a:solidFill>
                  <a:srgbClr val="FFFFFF"/>
                </a:solidFill>
                <a:latin typeface="Tahoma"/>
                <a:cs typeface="Tahoma"/>
              </a:rPr>
              <a:t xml:space="preserve">Banks cut review time and false blocks: policy gates every action on an auto / L1 / L2 approval route.</a:t>
            </a: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316670" y="8799206"/>
            <a:ext cx="1520732" cy="552646"/>
          </a:xfrm>
          <a:prstGeom prst="rect">
            <a:avLst/>
          </a:prstGeom>
        </p:spPr>
      </p:pic>
      <p:sp>
        <p:nvSpPr>
          <p:cNvPr id="12" name="object 1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63500">
              <a:lnSpc>
                <a:spcPts val="3370"/>
              </a:lnSpc>
            </a:pPr>
            <a:fld id="{81D60167-4931-47E6-BA6A-407CBD079E47}" type="slidenum">
              <a:rPr dirty="0" spc="-50"/>
              <a:t>1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object 6"/>
          <p:cNvGrpSpPr/>
          <p:nvPr/>
        </p:nvGrpSpPr>
        <p:grpSpPr>
          <a:xfrm>
            <a:off x="0" y="190417"/>
            <a:ext cx="4926330" cy="1278255"/>
            <a:chOff x="0" y="190417"/>
            <a:chExt cx="4926330" cy="1278255"/>
          </a:xfrm>
        </p:grpSpPr>
        <p:sp>
          <p:nvSpPr>
            <p:cNvPr id="7" name="object 7"/>
            <p:cNvSpPr/>
            <p:nvPr/>
          </p:nvSpPr>
          <p:spPr>
            <a:xfrm>
              <a:off x="0" y="420096"/>
              <a:ext cx="4926330" cy="843915"/>
            </a:xfrm>
            <a:custGeom>
              <a:avLst/>
              <a:gdLst/>
              <a:ahLst/>
              <a:cxnLst/>
              <a:rect l="l" t="t" r="r" b="b"/>
              <a:pathLst>
                <a:path w="4926330" h="843915">
                  <a:moveTo>
                    <a:pt x="0" y="101316"/>
                  </a:moveTo>
                  <a:lnTo>
                    <a:pt x="0" y="0"/>
                  </a:lnTo>
                  <a:lnTo>
                    <a:pt x="6712" y="6792"/>
                  </a:lnTo>
                  <a:lnTo>
                    <a:pt x="17263" y="27663"/>
                  </a:lnTo>
                  <a:lnTo>
                    <a:pt x="1471154" y="27663"/>
                  </a:lnTo>
                  <a:lnTo>
                    <a:pt x="1517268" y="73778"/>
                  </a:lnTo>
                  <a:lnTo>
                    <a:pt x="17263" y="73778"/>
                  </a:lnTo>
                  <a:lnTo>
                    <a:pt x="6745" y="94410"/>
                  </a:lnTo>
                  <a:lnTo>
                    <a:pt x="6649" y="94599"/>
                  </a:lnTo>
                  <a:lnTo>
                    <a:pt x="0" y="101316"/>
                  </a:lnTo>
                  <a:close/>
                </a:path>
                <a:path w="4926330" h="843915">
                  <a:moveTo>
                    <a:pt x="1655722" y="420253"/>
                  </a:moveTo>
                  <a:lnTo>
                    <a:pt x="1590103" y="420253"/>
                  </a:lnTo>
                  <a:lnTo>
                    <a:pt x="1694283" y="316074"/>
                  </a:lnTo>
                  <a:lnTo>
                    <a:pt x="1451986" y="73778"/>
                  </a:lnTo>
                  <a:lnTo>
                    <a:pt x="1517268" y="73778"/>
                  </a:lnTo>
                  <a:lnTo>
                    <a:pt x="1726980" y="283489"/>
                  </a:lnTo>
                  <a:lnTo>
                    <a:pt x="1792486" y="283489"/>
                  </a:lnTo>
                  <a:lnTo>
                    <a:pt x="1759902" y="316074"/>
                  </a:lnTo>
                  <a:lnTo>
                    <a:pt x="1759677" y="316074"/>
                  </a:lnTo>
                  <a:lnTo>
                    <a:pt x="1792599" y="348996"/>
                  </a:lnTo>
                  <a:lnTo>
                    <a:pt x="1726980" y="348996"/>
                  </a:lnTo>
                  <a:lnTo>
                    <a:pt x="1655722" y="420253"/>
                  </a:lnTo>
                  <a:close/>
                </a:path>
                <a:path w="4926330" h="843915">
                  <a:moveTo>
                    <a:pt x="1792486" y="283489"/>
                  </a:moveTo>
                  <a:lnTo>
                    <a:pt x="1726980" y="283489"/>
                  </a:lnTo>
                  <a:lnTo>
                    <a:pt x="1916059" y="94410"/>
                  </a:lnTo>
                  <a:lnTo>
                    <a:pt x="3733563" y="94410"/>
                  </a:lnTo>
                  <a:lnTo>
                    <a:pt x="3733563" y="140750"/>
                  </a:lnTo>
                  <a:lnTo>
                    <a:pt x="1935226" y="140750"/>
                  </a:lnTo>
                  <a:lnTo>
                    <a:pt x="1792486" y="283489"/>
                  </a:lnTo>
                  <a:close/>
                </a:path>
                <a:path w="4926330" h="843915">
                  <a:moveTo>
                    <a:pt x="1446011" y="629628"/>
                  </a:moveTo>
                  <a:lnTo>
                    <a:pt x="0" y="629628"/>
                  </a:lnTo>
                  <a:lnTo>
                    <a:pt x="0" y="583400"/>
                  </a:lnTo>
                  <a:lnTo>
                    <a:pt x="1426956" y="583400"/>
                  </a:lnTo>
                  <a:lnTo>
                    <a:pt x="1557406" y="452950"/>
                  </a:lnTo>
                  <a:lnTo>
                    <a:pt x="1433721" y="329265"/>
                  </a:lnTo>
                  <a:lnTo>
                    <a:pt x="0" y="329265"/>
                  </a:lnTo>
                  <a:lnTo>
                    <a:pt x="0" y="282926"/>
                  </a:lnTo>
                  <a:lnTo>
                    <a:pt x="1452776" y="282926"/>
                  </a:lnTo>
                  <a:lnTo>
                    <a:pt x="1590103" y="420253"/>
                  </a:lnTo>
                  <a:lnTo>
                    <a:pt x="1655722" y="420253"/>
                  </a:lnTo>
                  <a:lnTo>
                    <a:pt x="1622800" y="453175"/>
                  </a:lnTo>
                  <a:lnTo>
                    <a:pt x="1655273" y="485648"/>
                  </a:lnTo>
                  <a:lnTo>
                    <a:pt x="1589990" y="485648"/>
                  </a:lnTo>
                  <a:lnTo>
                    <a:pt x="1446011" y="629628"/>
                  </a:lnTo>
                  <a:close/>
                </a:path>
                <a:path w="4926330" h="843915">
                  <a:moveTo>
                    <a:pt x="4222963" y="386541"/>
                  </a:moveTo>
                  <a:lnTo>
                    <a:pt x="4081053" y="386541"/>
                  </a:lnTo>
                  <a:lnTo>
                    <a:pt x="4091667" y="365720"/>
                  </a:lnTo>
                  <a:lnTo>
                    <a:pt x="4107958" y="349264"/>
                  </a:lnTo>
                  <a:lnTo>
                    <a:pt x="4128667" y="338452"/>
                  </a:lnTo>
                  <a:lnTo>
                    <a:pt x="4152536" y="334564"/>
                  </a:lnTo>
                  <a:lnTo>
                    <a:pt x="4181773" y="340462"/>
                  </a:lnTo>
                  <a:lnTo>
                    <a:pt x="4205640" y="356550"/>
                  </a:lnTo>
                  <a:lnTo>
                    <a:pt x="4221728" y="380418"/>
                  </a:lnTo>
                  <a:lnTo>
                    <a:pt x="4222963" y="386541"/>
                  </a:lnTo>
                  <a:close/>
                </a:path>
                <a:path w="4926330" h="843915">
                  <a:moveTo>
                    <a:pt x="2047072" y="603470"/>
                  </a:moveTo>
                  <a:lnTo>
                    <a:pt x="1981453" y="603470"/>
                  </a:lnTo>
                  <a:lnTo>
                    <a:pt x="1726980" y="348996"/>
                  </a:lnTo>
                  <a:lnTo>
                    <a:pt x="1792599" y="348996"/>
                  </a:lnTo>
                  <a:lnTo>
                    <a:pt x="1830145" y="386541"/>
                  </a:lnTo>
                  <a:lnTo>
                    <a:pt x="4222963" y="386541"/>
                  </a:lnTo>
                  <a:lnTo>
                    <a:pt x="4227626" y="409655"/>
                  </a:lnTo>
                  <a:lnTo>
                    <a:pt x="4222963" y="432768"/>
                  </a:lnTo>
                  <a:lnTo>
                    <a:pt x="1876371" y="432768"/>
                  </a:lnTo>
                  <a:lnTo>
                    <a:pt x="2047072" y="603470"/>
                  </a:lnTo>
                  <a:close/>
                </a:path>
                <a:path w="4926330" h="843915">
                  <a:moveTo>
                    <a:pt x="4152536" y="484745"/>
                  </a:moveTo>
                  <a:lnTo>
                    <a:pt x="4128667" y="480873"/>
                  </a:lnTo>
                  <a:lnTo>
                    <a:pt x="4107958" y="470088"/>
                  </a:lnTo>
                  <a:lnTo>
                    <a:pt x="4091667" y="453637"/>
                  </a:lnTo>
                  <a:lnTo>
                    <a:pt x="4081053" y="432768"/>
                  </a:lnTo>
                  <a:lnTo>
                    <a:pt x="4222963" y="432768"/>
                  </a:lnTo>
                  <a:lnTo>
                    <a:pt x="4221728" y="438892"/>
                  </a:lnTo>
                  <a:lnTo>
                    <a:pt x="4205640" y="462759"/>
                  </a:lnTo>
                  <a:lnTo>
                    <a:pt x="4181773" y="478847"/>
                  </a:lnTo>
                  <a:lnTo>
                    <a:pt x="4152536" y="484745"/>
                  </a:lnTo>
                  <a:close/>
                </a:path>
                <a:path w="4926330" h="843915">
                  <a:moveTo>
                    <a:pt x="4127506" y="649697"/>
                  </a:moveTo>
                  <a:lnTo>
                    <a:pt x="1754039" y="649697"/>
                  </a:lnTo>
                  <a:lnTo>
                    <a:pt x="1589990" y="485648"/>
                  </a:lnTo>
                  <a:lnTo>
                    <a:pt x="1655273" y="485648"/>
                  </a:lnTo>
                  <a:lnTo>
                    <a:pt x="1773094" y="603470"/>
                  </a:lnTo>
                  <a:lnTo>
                    <a:pt x="4127506" y="603470"/>
                  </a:lnTo>
                  <a:lnTo>
                    <a:pt x="4127506" y="649697"/>
                  </a:lnTo>
                  <a:close/>
                </a:path>
                <a:path w="4926330" h="843915">
                  <a:moveTo>
                    <a:pt x="4853718" y="843624"/>
                  </a:moveTo>
                  <a:lnTo>
                    <a:pt x="4829848" y="839752"/>
                  </a:lnTo>
                  <a:lnTo>
                    <a:pt x="4809140" y="828967"/>
                  </a:lnTo>
                  <a:lnTo>
                    <a:pt x="4792849" y="812516"/>
                  </a:lnTo>
                  <a:lnTo>
                    <a:pt x="4782235" y="791647"/>
                  </a:lnTo>
                  <a:lnTo>
                    <a:pt x="2169742" y="791647"/>
                  </a:lnTo>
                  <a:lnTo>
                    <a:pt x="2027792" y="649697"/>
                  </a:lnTo>
                  <a:lnTo>
                    <a:pt x="2093300" y="649697"/>
                  </a:lnTo>
                  <a:lnTo>
                    <a:pt x="2189023" y="745420"/>
                  </a:lnTo>
                  <a:lnTo>
                    <a:pt x="4924145" y="745420"/>
                  </a:lnTo>
                  <a:lnTo>
                    <a:pt x="4926314" y="756172"/>
                  </a:lnTo>
                  <a:lnTo>
                    <a:pt x="4926314" y="780895"/>
                  </a:lnTo>
                  <a:lnTo>
                    <a:pt x="4922910" y="797770"/>
                  </a:lnTo>
                  <a:lnTo>
                    <a:pt x="4906822" y="821638"/>
                  </a:lnTo>
                  <a:lnTo>
                    <a:pt x="4882955" y="837726"/>
                  </a:lnTo>
                  <a:lnTo>
                    <a:pt x="4853718" y="843624"/>
                  </a:lnTo>
                  <a:close/>
                </a:path>
                <a:path w="4926330" h="843915">
                  <a:moveTo>
                    <a:pt x="4924145" y="745420"/>
                  </a:moveTo>
                  <a:lnTo>
                    <a:pt x="4782235" y="745420"/>
                  </a:lnTo>
                  <a:lnTo>
                    <a:pt x="4792849" y="724598"/>
                  </a:lnTo>
                  <a:lnTo>
                    <a:pt x="4809140" y="708142"/>
                  </a:lnTo>
                  <a:lnTo>
                    <a:pt x="4829848" y="697331"/>
                  </a:lnTo>
                  <a:lnTo>
                    <a:pt x="4853718" y="693443"/>
                  </a:lnTo>
                  <a:lnTo>
                    <a:pt x="4882955" y="699341"/>
                  </a:lnTo>
                  <a:lnTo>
                    <a:pt x="4906822" y="715429"/>
                  </a:lnTo>
                  <a:lnTo>
                    <a:pt x="4922910" y="739296"/>
                  </a:lnTo>
                  <a:lnTo>
                    <a:pt x="4924145" y="745420"/>
                  </a:lnTo>
                  <a:close/>
                </a:path>
              </a:pathLst>
            </a:custGeom>
            <a:solidFill>
              <a:srgbClr val="8BEF3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238248" y="190417"/>
              <a:ext cx="3084830" cy="1278255"/>
            </a:xfrm>
            <a:custGeom>
              <a:avLst/>
              <a:gdLst/>
              <a:ahLst/>
              <a:cxnLst/>
              <a:rect l="l" t="t" r="r" b="b"/>
              <a:pathLst>
                <a:path w="3084829" h="1278255">
                  <a:moveTo>
                    <a:pt x="2447187" y="1277823"/>
                  </a:moveTo>
                  <a:lnTo>
                    <a:pt x="638911" y="1277823"/>
                  </a:lnTo>
                  <a:lnTo>
                    <a:pt x="591229" y="1276071"/>
                  </a:lnTo>
                  <a:lnTo>
                    <a:pt x="544498" y="1270896"/>
                  </a:lnTo>
                  <a:lnTo>
                    <a:pt x="498842" y="1262422"/>
                  </a:lnTo>
                  <a:lnTo>
                    <a:pt x="454385" y="1250772"/>
                  </a:lnTo>
                  <a:lnTo>
                    <a:pt x="411251" y="1236071"/>
                  </a:lnTo>
                  <a:lnTo>
                    <a:pt x="369562" y="1218441"/>
                  </a:lnTo>
                  <a:lnTo>
                    <a:pt x="329443" y="1198007"/>
                  </a:lnTo>
                  <a:lnTo>
                    <a:pt x="291017" y="1174891"/>
                  </a:lnTo>
                  <a:lnTo>
                    <a:pt x="254408" y="1149217"/>
                  </a:lnTo>
                  <a:lnTo>
                    <a:pt x="219738" y="1121109"/>
                  </a:lnTo>
                  <a:lnTo>
                    <a:pt x="187132" y="1090690"/>
                  </a:lnTo>
                  <a:lnTo>
                    <a:pt x="156714" y="1058084"/>
                  </a:lnTo>
                  <a:lnTo>
                    <a:pt x="128606" y="1023415"/>
                  </a:lnTo>
                  <a:lnTo>
                    <a:pt x="102932" y="986806"/>
                  </a:lnTo>
                  <a:lnTo>
                    <a:pt x="79816" y="948380"/>
                  </a:lnTo>
                  <a:lnTo>
                    <a:pt x="59382" y="908260"/>
                  </a:lnTo>
                  <a:lnTo>
                    <a:pt x="41752" y="866572"/>
                  </a:lnTo>
                  <a:lnTo>
                    <a:pt x="27050" y="823438"/>
                  </a:lnTo>
                  <a:lnTo>
                    <a:pt x="15401" y="778981"/>
                  </a:lnTo>
                  <a:lnTo>
                    <a:pt x="6927" y="733325"/>
                  </a:lnTo>
                  <a:lnTo>
                    <a:pt x="1752" y="686594"/>
                  </a:lnTo>
                  <a:lnTo>
                    <a:pt x="0" y="638911"/>
                  </a:lnTo>
                  <a:lnTo>
                    <a:pt x="1752" y="591229"/>
                  </a:lnTo>
                  <a:lnTo>
                    <a:pt x="6927" y="544498"/>
                  </a:lnTo>
                  <a:lnTo>
                    <a:pt x="15401" y="498842"/>
                  </a:lnTo>
                  <a:lnTo>
                    <a:pt x="27050" y="454385"/>
                  </a:lnTo>
                  <a:lnTo>
                    <a:pt x="41752" y="411251"/>
                  </a:lnTo>
                  <a:lnTo>
                    <a:pt x="59382" y="369562"/>
                  </a:lnTo>
                  <a:lnTo>
                    <a:pt x="79816" y="329443"/>
                  </a:lnTo>
                  <a:lnTo>
                    <a:pt x="102932" y="291017"/>
                  </a:lnTo>
                  <a:lnTo>
                    <a:pt x="128606" y="254408"/>
                  </a:lnTo>
                  <a:lnTo>
                    <a:pt x="156714" y="219738"/>
                  </a:lnTo>
                  <a:lnTo>
                    <a:pt x="187132" y="187132"/>
                  </a:lnTo>
                  <a:lnTo>
                    <a:pt x="219738" y="156714"/>
                  </a:lnTo>
                  <a:lnTo>
                    <a:pt x="254408" y="128606"/>
                  </a:lnTo>
                  <a:lnTo>
                    <a:pt x="291017" y="102932"/>
                  </a:lnTo>
                  <a:lnTo>
                    <a:pt x="329443" y="79816"/>
                  </a:lnTo>
                  <a:lnTo>
                    <a:pt x="369562" y="59382"/>
                  </a:lnTo>
                  <a:lnTo>
                    <a:pt x="411251" y="41752"/>
                  </a:lnTo>
                  <a:lnTo>
                    <a:pt x="454385" y="27050"/>
                  </a:lnTo>
                  <a:lnTo>
                    <a:pt x="498842" y="15401"/>
                  </a:lnTo>
                  <a:lnTo>
                    <a:pt x="544498" y="6927"/>
                  </a:lnTo>
                  <a:lnTo>
                    <a:pt x="591229" y="1752"/>
                  </a:lnTo>
                  <a:lnTo>
                    <a:pt x="638911" y="0"/>
                  </a:lnTo>
                  <a:lnTo>
                    <a:pt x="2447187" y="0"/>
                  </a:lnTo>
                  <a:lnTo>
                    <a:pt x="2494870" y="1752"/>
                  </a:lnTo>
                  <a:lnTo>
                    <a:pt x="2541601" y="6927"/>
                  </a:lnTo>
                  <a:lnTo>
                    <a:pt x="2587257" y="15401"/>
                  </a:lnTo>
                  <a:lnTo>
                    <a:pt x="2631713" y="27050"/>
                  </a:lnTo>
                  <a:lnTo>
                    <a:pt x="2674848" y="41752"/>
                  </a:lnTo>
                  <a:lnTo>
                    <a:pt x="2716536" y="59382"/>
                  </a:lnTo>
                  <a:lnTo>
                    <a:pt x="2756655" y="79816"/>
                  </a:lnTo>
                  <a:lnTo>
                    <a:pt x="2795081" y="102932"/>
                  </a:lnTo>
                  <a:lnTo>
                    <a:pt x="2831691" y="128606"/>
                  </a:lnTo>
                  <a:lnTo>
                    <a:pt x="2866360" y="156714"/>
                  </a:lnTo>
                  <a:lnTo>
                    <a:pt x="2898966" y="187132"/>
                  </a:lnTo>
                  <a:lnTo>
                    <a:pt x="2929385" y="219738"/>
                  </a:lnTo>
                  <a:lnTo>
                    <a:pt x="2957493" y="254408"/>
                  </a:lnTo>
                  <a:lnTo>
                    <a:pt x="2983166" y="291017"/>
                  </a:lnTo>
                  <a:lnTo>
                    <a:pt x="3006282" y="329443"/>
                  </a:lnTo>
                  <a:lnTo>
                    <a:pt x="3026717" y="369562"/>
                  </a:lnTo>
                  <a:lnTo>
                    <a:pt x="3044347" y="411251"/>
                  </a:lnTo>
                  <a:lnTo>
                    <a:pt x="3059048" y="454385"/>
                  </a:lnTo>
                  <a:lnTo>
                    <a:pt x="3070698" y="498842"/>
                  </a:lnTo>
                  <a:lnTo>
                    <a:pt x="3079172" y="544498"/>
                  </a:lnTo>
                  <a:lnTo>
                    <a:pt x="3084347" y="591229"/>
                  </a:lnTo>
                  <a:lnTo>
                    <a:pt x="3084746" y="602094"/>
                  </a:lnTo>
                  <a:lnTo>
                    <a:pt x="3084746" y="675729"/>
                  </a:lnTo>
                  <a:lnTo>
                    <a:pt x="3079172" y="733325"/>
                  </a:lnTo>
                  <a:lnTo>
                    <a:pt x="3070698" y="778981"/>
                  </a:lnTo>
                  <a:lnTo>
                    <a:pt x="3059048" y="823438"/>
                  </a:lnTo>
                  <a:lnTo>
                    <a:pt x="3044347" y="866572"/>
                  </a:lnTo>
                  <a:lnTo>
                    <a:pt x="3026717" y="908260"/>
                  </a:lnTo>
                  <a:lnTo>
                    <a:pt x="3006282" y="948380"/>
                  </a:lnTo>
                  <a:lnTo>
                    <a:pt x="2983166" y="986806"/>
                  </a:lnTo>
                  <a:lnTo>
                    <a:pt x="2957493" y="1023415"/>
                  </a:lnTo>
                  <a:lnTo>
                    <a:pt x="2929385" y="1058084"/>
                  </a:lnTo>
                  <a:lnTo>
                    <a:pt x="2898966" y="1090690"/>
                  </a:lnTo>
                  <a:lnTo>
                    <a:pt x="2866360" y="1121109"/>
                  </a:lnTo>
                  <a:lnTo>
                    <a:pt x="2831691" y="1149217"/>
                  </a:lnTo>
                  <a:lnTo>
                    <a:pt x="2795081" y="1174891"/>
                  </a:lnTo>
                  <a:lnTo>
                    <a:pt x="2756655" y="1198007"/>
                  </a:lnTo>
                  <a:lnTo>
                    <a:pt x="2716536" y="1218441"/>
                  </a:lnTo>
                  <a:lnTo>
                    <a:pt x="2674848" y="1236071"/>
                  </a:lnTo>
                  <a:lnTo>
                    <a:pt x="2631713" y="1250772"/>
                  </a:lnTo>
                  <a:lnTo>
                    <a:pt x="2587257" y="1262422"/>
                  </a:lnTo>
                  <a:lnTo>
                    <a:pt x="2541601" y="1270896"/>
                  </a:lnTo>
                  <a:lnTo>
                    <a:pt x="2494870" y="1276071"/>
                  </a:lnTo>
                  <a:lnTo>
                    <a:pt x="2447187" y="1277823"/>
                  </a:lnTo>
                  <a:close/>
                </a:path>
              </a:pathLst>
            </a:custGeom>
            <a:solidFill>
              <a:srgbClr val="70B30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1170797" y="218039"/>
            <a:ext cx="3291840" cy="11112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8415" marR="5080" indent="-6350">
              <a:lnSpc>
                <a:spcPct val="116799"/>
              </a:lnSpc>
              <a:spcBef>
                <a:spcPts val="95"/>
              </a:spcBef>
            </a:pPr>
            <a:r>
              <a:rPr dirty="0" sz="3050" spc="-20" b="1">
                <a:latin typeface="Tahoma"/>
                <a:cs typeface="Tahoma"/>
              </a:rPr>
              <a:t xml:space="preserve">TAKY_SPACE</a:t>
            </a:r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405" sz="4400" b="1">
                <a:latin typeface="Trebuchet MS"/>
              </a:rPr>
              <a:t xml:space="preserve">RESEARCH AND REFERENCES</a:t>
            </a: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422916" y="190416"/>
            <a:ext cx="3648074" cy="127634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886759" y="3003667"/>
            <a:ext cx="9055100" cy="3840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55">
                <a:solidFill>
                  <a:srgbClr val="FFFFFF"/>
                </a:solidFill>
                <a:latin typeface="Tahoma"/>
                <a:cs typeface="Tahoma"/>
              </a:rPr>
              <a:t xml:space="preserve">IEEE-CIS Fraud Detection dataset - Vesta Corporation, via the IEEE Computational Intelligence Society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55">
                <a:solidFill>
                  <a:srgbClr val="FFFFFF"/>
                </a:solidFill>
                <a:latin typeface="Tahoma"/>
                <a:cs typeface="Tahoma"/>
              </a:rPr>
              <a:t xml:space="preserve">FinCEN - SAR Narrative Guidance, SAR Filing FAQs (Oct 2025), Advisory on Account Takeover Activity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55">
                <a:solidFill>
                  <a:srgbClr val="FFFFFF"/>
                </a:solidFill>
                <a:latin typeface="Tahoma"/>
                <a:cs typeface="Tahoma"/>
              </a:rPr>
              <a:t xml:space="preserve">FATF - Illicit Financial Flows from Cyber-Enabled Fraud; FFIEC - BSA/AML Red Flags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55">
                <a:solidFill>
                  <a:srgbClr val="FFFFFF"/>
                </a:solidFill>
                <a:latin typeface="Tahoma"/>
                <a:cs typeface="Tahoma"/>
              </a:rPr>
              <a:t xml:space="preserve">TigerGraph 4.2.5 GSQL, LangGraph, Gemma, scikit-learn / SHAP, Next.js, FastAPI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16670" y="8799206"/>
            <a:ext cx="1520732" cy="552646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63500">
              <a:lnSpc>
                <a:spcPts val="3370"/>
              </a:lnSpc>
            </a:pPr>
            <a:fld id="{81D60167-4931-47E6-BA6A-407CBD079E47}" type="slidenum">
              <a:rPr dirty="0" spc="-50"/>
              <a:t>1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9" name="object 9"/>
          <p:cNvGrpSpPr/>
          <p:nvPr/>
        </p:nvGrpSpPr>
        <p:grpSpPr>
          <a:xfrm>
            <a:off x="0" y="190417"/>
            <a:ext cx="4926330" cy="1278255"/>
            <a:chOff x="0" y="190417"/>
            <a:chExt cx="4926330" cy="1278255"/>
          </a:xfrm>
        </p:grpSpPr>
        <p:sp>
          <p:nvSpPr>
            <p:cNvPr id="10" name="object 10"/>
            <p:cNvSpPr/>
            <p:nvPr/>
          </p:nvSpPr>
          <p:spPr>
            <a:xfrm>
              <a:off x="0" y="420096"/>
              <a:ext cx="4926330" cy="843915"/>
            </a:xfrm>
            <a:custGeom>
              <a:avLst/>
              <a:gdLst/>
              <a:ahLst/>
              <a:cxnLst/>
              <a:rect l="l" t="t" r="r" b="b"/>
              <a:pathLst>
                <a:path w="4926330" h="843915">
                  <a:moveTo>
                    <a:pt x="0" y="101316"/>
                  </a:moveTo>
                  <a:lnTo>
                    <a:pt x="0" y="0"/>
                  </a:lnTo>
                  <a:lnTo>
                    <a:pt x="6712" y="6792"/>
                  </a:lnTo>
                  <a:lnTo>
                    <a:pt x="17263" y="27663"/>
                  </a:lnTo>
                  <a:lnTo>
                    <a:pt x="1471154" y="27663"/>
                  </a:lnTo>
                  <a:lnTo>
                    <a:pt x="1517268" y="73778"/>
                  </a:lnTo>
                  <a:lnTo>
                    <a:pt x="17263" y="73778"/>
                  </a:lnTo>
                  <a:lnTo>
                    <a:pt x="6745" y="94410"/>
                  </a:lnTo>
                  <a:lnTo>
                    <a:pt x="6649" y="94599"/>
                  </a:lnTo>
                  <a:lnTo>
                    <a:pt x="0" y="101316"/>
                  </a:lnTo>
                  <a:close/>
                </a:path>
                <a:path w="4926330" h="843915">
                  <a:moveTo>
                    <a:pt x="1655722" y="420253"/>
                  </a:moveTo>
                  <a:lnTo>
                    <a:pt x="1590103" y="420253"/>
                  </a:lnTo>
                  <a:lnTo>
                    <a:pt x="1694283" y="316074"/>
                  </a:lnTo>
                  <a:lnTo>
                    <a:pt x="1451986" y="73778"/>
                  </a:lnTo>
                  <a:lnTo>
                    <a:pt x="1517268" y="73778"/>
                  </a:lnTo>
                  <a:lnTo>
                    <a:pt x="1726980" y="283489"/>
                  </a:lnTo>
                  <a:lnTo>
                    <a:pt x="1792486" y="283489"/>
                  </a:lnTo>
                  <a:lnTo>
                    <a:pt x="1759902" y="316074"/>
                  </a:lnTo>
                  <a:lnTo>
                    <a:pt x="1759677" y="316074"/>
                  </a:lnTo>
                  <a:lnTo>
                    <a:pt x="1792599" y="348996"/>
                  </a:lnTo>
                  <a:lnTo>
                    <a:pt x="1726980" y="348996"/>
                  </a:lnTo>
                  <a:lnTo>
                    <a:pt x="1655722" y="420253"/>
                  </a:lnTo>
                  <a:close/>
                </a:path>
                <a:path w="4926330" h="843915">
                  <a:moveTo>
                    <a:pt x="1792486" y="283489"/>
                  </a:moveTo>
                  <a:lnTo>
                    <a:pt x="1726980" y="283489"/>
                  </a:lnTo>
                  <a:lnTo>
                    <a:pt x="1916059" y="94410"/>
                  </a:lnTo>
                  <a:lnTo>
                    <a:pt x="3733563" y="94410"/>
                  </a:lnTo>
                  <a:lnTo>
                    <a:pt x="3733563" y="140750"/>
                  </a:lnTo>
                  <a:lnTo>
                    <a:pt x="1935226" y="140750"/>
                  </a:lnTo>
                  <a:lnTo>
                    <a:pt x="1792486" y="283489"/>
                  </a:lnTo>
                  <a:close/>
                </a:path>
                <a:path w="4926330" h="843915">
                  <a:moveTo>
                    <a:pt x="1446011" y="629628"/>
                  </a:moveTo>
                  <a:lnTo>
                    <a:pt x="0" y="629628"/>
                  </a:lnTo>
                  <a:lnTo>
                    <a:pt x="0" y="583400"/>
                  </a:lnTo>
                  <a:lnTo>
                    <a:pt x="1426956" y="583400"/>
                  </a:lnTo>
                  <a:lnTo>
                    <a:pt x="1557406" y="452950"/>
                  </a:lnTo>
                  <a:lnTo>
                    <a:pt x="1433721" y="329265"/>
                  </a:lnTo>
                  <a:lnTo>
                    <a:pt x="0" y="329265"/>
                  </a:lnTo>
                  <a:lnTo>
                    <a:pt x="0" y="282926"/>
                  </a:lnTo>
                  <a:lnTo>
                    <a:pt x="1452776" y="282926"/>
                  </a:lnTo>
                  <a:lnTo>
                    <a:pt x="1590103" y="420253"/>
                  </a:lnTo>
                  <a:lnTo>
                    <a:pt x="1655722" y="420253"/>
                  </a:lnTo>
                  <a:lnTo>
                    <a:pt x="1622800" y="453175"/>
                  </a:lnTo>
                  <a:lnTo>
                    <a:pt x="1655273" y="485648"/>
                  </a:lnTo>
                  <a:lnTo>
                    <a:pt x="1589990" y="485648"/>
                  </a:lnTo>
                  <a:lnTo>
                    <a:pt x="1446011" y="629628"/>
                  </a:lnTo>
                  <a:close/>
                </a:path>
                <a:path w="4926330" h="843915">
                  <a:moveTo>
                    <a:pt x="4222963" y="386541"/>
                  </a:moveTo>
                  <a:lnTo>
                    <a:pt x="4081053" y="386541"/>
                  </a:lnTo>
                  <a:lnTo>
                    <a:pt x="4091667" y="365720"/>
                  </a:lnTo>
                  <a:lnTo>
                    <a:pt x="4107958" y="349264"/>
                  </a:lnTo>
                  <a:lnTo>
                    <a:pt x="4128667" y="338452"/>
                  </a:lnTo>
                  <a:lnTo>
                    <a:pt x="4152536" y="334564"/>
                  </a:lnTo>
                  <a:lnTo>
                    <a:pt x="4181773" y="340462"/>
                  </a:lnTo>
                  <a:lnTo>
                    <a:pt x="4205640" y="356550"/>
                  </a:lnTo>
                  <a:lnTo>
                    <a:pt x="4221728" y="380418"/>
                  </a:lnTo>
                  <a:lnTo>
                    <a:pt x="4222963" y="386541"/>
                  </a:lnTo>
                  <a:close/>
                </a:path>
                <a:path w="4926330" h="843915">
                  <a:moveTo>
                    <a:pt x="2047072" y="603470"/>
                  </a:moveTo>
                  <a:lnTo>
                    <a:pt x="1981453" y="603470"/>
                  </a:lnTo>
                  <a:lnTo>
                    <a:pt x="1726980" y="348996"/>
                  </a:lnTo>
                  <a:lnTo>
                    <a:pt x="1792599" y="348996"/>
                  </a:lnTo>
                  <a:lnTo>
                    <a:pt x="1830145" y="386541"/>
                  </a:lnTo>
                  <a:lnTo>
                    <a:pt x="4222963" y="386541"/>
                  </a:lnTo>
                  <a:lnTo>
                    <a:pt x="4227626" y="409655"/>
                  </a:lnTo>
                  <a:lnTo>
                    <a:pt x="4222963" y="432768"/>
                  </a:lnTo>
                  <a:lnTo>
                    <a:pt x="1876371" y="432768"/>
                  </a:lnTo>
                  <a:lnTo>
                    <a:pt x="2047072" y="603470"/>
                  </a:lnTo>
                  <a:close/>
                </a:path>
                <a:path w="4926330" h="843915">
                  <a:moveTo>
                    <a:pt x="4152536" y="484745"/>
                  </a:moveTo>
                  <a:lnTo>
                    <a:pt x="4128667" y="480873"/>
                  </a:lnTo>
                  <a:lnTo>
                    <a:pt x="4107958" y="470088"/>
                  </a:lnTo>
                  <a:lnTo>
                    <a:pt x="4091667" y="453637"/>
                  </a:lnTo>
                  <a:lnTo>
                    <a:pt x="4081053" y="432768"/>
                  </a:lnTo>
                  <a:lnTo>
                    <a:pt x="4222963" y="432768"/>
                  </a:lnTo>
                  <a:lnTo>
                    <a:pt x="4221728" y="438892"/>
                  </a:lnTo>
                  <a:lnTo>
                    <a:pt x="4205640" y="462759"/>
                  </a:lnTo>
                  <a:lnTo>
                    <a:pt x="4181773" y="478847"/>
                  </a:lnTo>
                  <a:lnTo>
                    <a:pt x="4152536" y="484745"/>
                  </a:lnTo>
                  <a:close/>
                </a:path>
                <a:path w="4926330" h="843915">
                  <a:moveTo>
                    <a:pt x="4127506" y="649697"/>
                  </a:moveTo>
                  <a:lnTo>
                    <a:pt x="1754039" y="649697"/>
                  </a:lnTo>
                  <a:lnTo>
                    <a:pt x="1589990" y="485648"/>
                  </a:lnTo>
                  <a:lnTo>
                    <a:pt x="1655273" y="485648"/>
                  </a:lnTo>
                  <a:lnTo>
                    <a:pt x="1773094" y="603470"/>
                  </a:lnTo>
                  <a:lnTo>
                    <a:pt x="4127506" y="603470"/>
                  </a:lnTo>
                  <a:lnTo>
                    <a:pt x="4127506" y="649697"/>
                  </a:lnTo>
                  <a:close/>
                </a:path>
                <a:path w="4926330" h="843915">
                  <a:moveTo>
                    <a:pt x="4853718" y="843624"/>
                  </a:moveTo>
                  <a:lnTo>
                    <a:pt x="4829848" y="839752"/>
                  </a:lnTo>
                  <a:lnTo>
                    <a:pt x="4809140" y="828967"/>
                  </a:lnTo>
                  <a:lnTo>
                    <a:pt x="4792849" y="812516"/>
                  </a:lnTo>
                  <a:lnTo>
                    <a:pt x="4782235" y="791647"/>
                  </a:lnTo>
                  <a:lnTo>
                    <a:pt x="2169742" y="791647"/>
                  </a:lnTo>
                  <a:lnTo>
                    <a:pt x="2027792" y="649697"/>
                  </a:lnTo>
                  <a:lnTo>
                    <a:pt x="2093300" y="649697"/>
                  </a:lnTo>
                  <a:lnTo>
                    <a:pt x="2189023" y="745420"/>
                  </a:lnTo>
                  <a:lnTo>
                    <a:pt x="4924145" y="745420"/>
                  </a:lnTo>
                  <a:lnTo>
                    <a:pt x="4926314" y="756172"/>
                  </a:lnTo>
                  <a:lnTo>
                    <a:pt x="4926314" y="780895"/>
                  </a:lnTo>
                  <a:lnTo>
                    <a:pt x="4922910" y="797770"/>
                  </a:lnTo>
                  <a:lnTo>
                    <a:pt x="4906822" y="821638"/>
                  </a:lnTo>
                  <a:lnTo>
                    <a:pt x="4882955" y="837726"/>
                  </a:lnTo>
                  <a:lnTo>
                    <a:pt x="4853718" y="843624"/>
                  </a:lnTo>
                  <a:close/>
                </a:path>
                <a:path w="4926330" h="843915">
                  <a:moveTo>
                    <a:pt x="4924145" y="745420"/>
                  </a:moveTo>
                  <a:lnTo>
                    <a:pt x="4782235" y="745420"/>
                  </a:lnTo>
                  <a:lnTo>
                    <a:pt x="4792849" y="724598"/>
                  </a:lnTo>
                  <a:lnTo>
                    <a:pt x="4809140" y="708142"/>
                  </a:lnTo>
                  <a:lnTo>
                    <a:pt x="4829848" y="697331"/>
                  </a:lnTo>
                  <a:lnTo>
                    <a:pt x="4853718" y="693443"/>
                  </a:lnTo>
                  <a:lnTo>
                    <a:pt x="4882955" y="699341"/>
                  </a:lnTo>
                  <a:lnTo>
                    <a:pt x="4906822" y="715429"/>
                  </a:lnTo>
                  <a:lnTo>
                    <a:pt x="4922910" y="739296"/>
                  </a:lnTo>
                  <a:lnTo>
                    <a:pt x="4924145" y="745420"/>
                  </a:lnTo>
                  <a:close/>
                </a:path>
              </a:pathLst>
            </a:custGeom>
            <a:solidFill>
              <a:srgbClr val="8BEF3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238248" y="190417"/>
              <a:ext cx="3084830" cy="1278255"/>
            </a:xfrm>
            <a:custGeom>
              <a:avLst/>
              <a:gdLst/>
              <a:ahLst/>
              <a:cxnLst/>
              <a:rect l="l" t="t" r="r" b="b"/>
              <a:pathLst>
                <a:path w="3084829" h="1278255">
                  <a:moveTo>
                    <a:pt x="2447187" y="1277823"/>
                  </a:moveTo>
                  <a:lnTo>
                    <a:pt x="638911" y="1277823"/>
                  </a:lnTo>
                  <a:lnTo>
                    <a:pt x="591229" y="1276071"/>
                  </a:lnTo>
                  <a:lnTo>
                    <a:pt x="544498" y="1270896"/>
                  </a:lnTo>
                  <a:lnTo>
                    <a:pt x="498842" y="1262422"/>
                  </a:lnTo>
                  <a:lnTo>
                    <a:pt x="454385" y="1250772"/>
                  </a:lnTo>
                  <a:lnTo>
                    <a:pt x="411251" y="1236071"/>
                  </a:lnTo>
                  <a:lnTo>
                    <a:pt x="369562" y="1218441"/>
                  </a:lnTo>
                  <a:lnTo>
                    <a:pt x="329443" y="1198007"/>
                  </a:lnTo>
                  <a:lnTo>
                    <a:pt x="291017" y="1174891"/>
                  </a:lnTo>
                  <a:lnTo>
                    <a:pt x="254408" y="1149217"/>
                  </a:lnTo>
                  <a:lnTo>
                    <a:pt x="219738" y="1121109"/>
                  </a:lnTo>
                  <a:lnTo>
                    <a:pt x="187132" y="1090690"/>
                  </a:lnTo>
                  <a:lnTo>
                    <a:pt x="156714" y="1058084"/>
                  </a:lnTo>
                  <a:lnTo>
                    <a:pt x="128606" y="1023415"/>
                  </a:lnTo>
                  <a:lnTo>
                    <a:pt x="102932" y="986806"/>
                  </a:lnTo>
                  <a:lnTo>
                    <a:pt x="79816" y="948380"/>
                  </a:lnTo>
                  <a:lnTo>
                    <a:pt x="59382" y="908260"/>
                  </a:lnTo>
                  <a:lnTo>
                    <a:pt x="41752" y="866572"/>
                  </a:lnTo>
                  <a:lnTo>
                    <a:pt x="27050" y="823438"/>
                  </a:lnTo>
                  <a:lnTo>
                    <a:pt x="15401" y="778981"/>
                  </a:lnTo>
                  <a:lnTo>
                    <a:pt x="6927" y="733325"/>
                  </a:lnTo>
                  <a:lnTo>
                    <a:pt x="1752" y="686594"/>
                  </a:lnTo>
                  <a:lnTo>
                    <a:pt x="0" y="638911"/>
                  </a:lnTo>
                  <a:lnTo>
                    <a:pt x="1752" y="591229"/>
                  </a:lnTo>
                  <a:lnTo>
                    <a:pt x="6927" y="544498"/>
                  </a:lnTo>
                  <a:lnTo>
                    <a:pt x="15401" y="498842"/>
                  </a:lnTo>
                  <a:lnTo>
                    <a:pt x="27050" y="454385"/>
                  </a:lnTo>
                  <a:lnTo>
                    <a:pt x="41752" y="411251"/>
                  </a:lnTo>
                  <a:lnTo>
                    <a:pt x="59382" y="369562"/>
                  </a:lnTo>
                  <a:lnTo>
                    <a:pt x="79816" y="329443"/>
                  </a:lnTo>
                  <a:lnTo>
                    <a:pt x="102932" y="291017"/>
                  </a:lnTo>
                  <a:lnTo>
                    <a:pt x="128606" y="254408"/>
                  </a:lnTo>
                  <a:lnTo>
                    <a:pt x="156714" y="219738"/>
                  </a:lnTo>
                  <a:lnTo>
                    <a:pt x="187132" y="187132"/>
                  </a:lnTo>
                  <a:lnTo>
                    <a:pt x="219738" y="156714"/>
                  </a:lnTo>
                  <a:lnTo>
                    <a:pt x="254408" y="128606"/>
                  </a:lnTo>
                  <a:lnTo>
                    <a:pt x="291017" y="102932"/>
                  </a:lnTo>
                  <a:lnTo>
                    <a:pt x="329443" y="79816"/>
                  </a:lnTo>
                  <a:lnTo>
                    <a:pt x="369562" y="59382"/>
                  </a:lnTo>
                  <a:lnTo>
                    <a:pt x="411251" y="41752"/>
                  </a:lnTo>
                  <a:lnTo>
                    <a:pt x="454385" y="27050"/>
                  </a:lnTo>
                  <a:lnTo>
                    <a:pt x="498842" y="15401"/>
                  </a:lnTo>
                  <a:lnTo>
                    <a:pt x="544498" y="6927"/>
                  </a:lnTo>
                  <a:lnTo>
                    <a:pt x="591229" y="1752"/>
                  </a:lnTo>
                  <a:lnTo>
                    <a:pt x="638911" y="0"/>
                  </a:lnTo>
                  <a:lnTo>
                    <a:pt x="2447187" y="0"/>
                  </a:lnTo>
                  <a:lnTo>
                    <a:pt x="2494870" y="1752"/>
                  </a:lnTo>
                  <a:lnTo>
                    <a:pt x="2541601" y="6927"/>
                  </a:lnTo>
                  <a:lnTo>
                    <a:pt x="2587257" y="15401"/>
                  </a:lnTo>
                  <a:lnTo>
                    <a:pt x="2631713" y="27050"/>
                  </a:lnTo>
                  <a:lnTo>
                    <a:pt x="2674848" y="41752"/>
                  </a:lnTo>
                  <a:lnTo>
                    <a:pt x="2716536" y="59382"/>
                  </a:lnTo>
                  <a:lnTo>
                    <a:pt x="2756655" y="79816"/>
                  </a:lnTo>
                  <a:lnTo>
                    <a:pt x="2795081" y="102932"/>
                  </a:lnTo>
                  <a:lnTo>
                    <a:pt x="2831691" y="128606"/>
                  </a:lnTo>
                  <a:lnTo>
                    <a:pt x="2866360" y="156714"/>
                  </a:lnTo>
                  <a:lnTo>
                    <a:pt x="2898966" y="187132"/>
                  </a:lnTo>
                  <a:lnTo>
                    <a:pt x="2929385" y="219738"/>
                  </a:lnTo>
                  <a:lnTo>
                    <a:pt x="2957493" y="254408"/>
                  </a:lnTo>
                  <a:lnTo>
                    <a:pt x="2983166" y="291017"/>
                  </a:lnTo>
                  <a:lnTo>
                    <a:pt x="3006282" y="329443"/>
                  </a:lnTo>
                  <a:lnTo>
                    <a:pt x="3026717" y="369562"/>
                  </a:lnTo>
                  <a:lnTo>
                    <a:pt x="3044347" y="411251"/>
                  </a:lnTo>
                  <a:lnTo>
                    <a:pt x="3059048" y="454385"/>
                  </a:lnTo>
                  <a:lnTo>
                    <a:pt x="3070698" y="498842"/>
                  </a:lnTo>
                  <a:lnTo>
                    <a:pt x="3079172" y="544498"/>
                  </a:lnTo>
                  <a:lnTo>
                    <a:pt x="3084347" y="591229"/>
                  </a:lnTo>
                  <a:lnTo>
                    <a:pt x="3084746" y="602094"/>
                  </a:lnTo>
                  <a:lnTo>
                    <a:pt x="3084746" y="675729"/>
                  </a:lnTo>
                  <a:lnTo>
                    <a:pt x="3079172" y="733325"/>
                  </a:lnTo>
                  <a:lnTo>
                    <a:pt x="3070698" y="778981"/>
                  </a:lnTo>
                  <a:lnTo>
                    <a:pt x="3059048" y="823438"/>
                  </a:lnTo>
                  <a:lnTo>
                    <a:pt x="3044347" y="866572"/>
                  </a:lnTo>
                  <a:lnTo>
                    <a:pt x="3026717" y="908260"/>
                  </a:lnTo>
                  <a:lnTo>
                    <a:pt x="3006282" y="948380"/>
                  </a:lnTo>
                  <a:lnTo>
                    <a:pt x="2983166" y="986806"/>
                  </a:lnTo>
                  <a:lnTo>
                    <a:pt x="2957493" y="1023415"/>
                  </a:lnTo>
                  <a:lnTo>
                    <a:pt x="2929385" y="1058084"/>
                  </a:lnTo>
                  <a:lnTo>
                    <a:pt x="2898966" y="1090690"/>
                  </a:lnTo>
                  <a:lnTo>
                    <a:pt x="2866360" y="1121109"/>
                  </a:lnTo>
                  <a:lnTo>
                    <a:pt x="2831691" y="1149217"/>
                  </a:lnTo>
                  <a:lnTo>
                    <a:pt x="2795081" y="1174891"/>
                  </a:lnTo>
                  <a:lnTo>
                    <a:pt x="2756655" y="1198007"/>
                  </a:lnTo>
                  <a:lnTo>
                    <a:pt x="2716536" y="1218441"/>
                  </a:lnTo>
                  <a:lnTo>
                    <a:pt x="2674848" y="1236071"/>
                  </a:lnTo>
                  <a:lnTo>
                    <a:pt x="2631713" y="1250772"/>
                  </a:lnTo>
                  <a:lnTo>
                    <a:pt x="2587257" y="1262422"/>
                  </a:lnTo>
                  <a:lnTo>
                    <a:pt x="2541601" y="1270896"/>
                  </a:lnTo>
                  <a:lnTo>
                    <a:pt x="2494870" y="1276071"/>
                  </a:lnTo>
                  <a:lnTo>
                    <a:pt x="2447187" y="1277823"/>
                  </a:lnTo>
                  <a:close/>
                </a:path>
              </a:pathLst>
            </a:custGeom>
            <a:solidFill>
              <a:srgbClr val="70B30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/>
          <p:nvPr/>
        </p:nvSpPr>
        <p:spPr>
          <a:xfrm>
            <a:off x="1170797" y="218039"/>
            <a:ext cx="3291840" cy="11112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8415" marR="5080" indent="-6350">
              <a:lnSpc>
                <a:spcPct val="116799"/>
              </a:lnSpc>
              <a:spcBef>
                <a:spcPts val="95"/>
              </a:spcBef>
            </a:pPr>
            <a:r>
              <a:rPr dirty="0" sz="3050" spc="-20" b="1">
                <a:latin typeface="Tahoma"/>
                <a:cs typeface="Tahoma"/>
              </a:rPr>
              <a:t xml:space="preserve">TAKY_SPACE</a:t>
            </a:r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215" sz="4400" b="1">
                <a:latin typeface="Trebuchet MS"/>
              </a:rPr>
              <a:t xml:space="preserve">VERIFIED RESULTS</a:t>
            </a:r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4422916" y="190416"/>
            <a:ext cx="3648074" cy="127634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51884" y="3213674"/>
            <a:ext cx="142875" cy="14287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51884" y="4189034"/>
            <a:ext cx="142875" cy="14287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51884" y="5164394"/>
            <a:ext cx="142875" cy="142874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702945">
              <a:lnSpc>
                <a:spcPct val="100000"/>
              </a:lnSpc>
              <a:spcBef>
                <a:spcPts val="100"/>
              </a:spcBef>
            </a:pPr>
            <a:r>
              <a:rPr dirty="0" spc="70" sz="3200">
                <a:latin typeface="Tahoma"/>
              </a:rPr>
              <a:t xml:space="preserve">20/20 case files PASS, 0 errors, 210 evidence items, 6 fraud, 3 legitimate, 11 uncertain, 6 SAR filed.</a:t>
            </a:r>
          </a:p>
          <a:p>
            <a:pPr marL="702945">
              <a:lnSpc>
                <a:spcPct val="100000"/>
              </a:lnSpc>
              <a:spcBef>
                <a:spcPts val="100"/>
              </a:spcBef>
            </a:pPr>
            <a:r>
              <a:rPr dirty="0" spc="70" sz="3200">
                <a:latin typeface="Tahoma"/>
              </a:rPr>
              <a:t xml:space="preserve">Agent run: 114 real tool calls, all COMPLETE, verdict match 20/20, probability match 20/20.</a:t>
            </a:r>
          </a:p>
          <a:p>
            <a:pPr marL="702945">
              <a:lnSpc>
                <a:spcPct val="100000"/>
              </a:lnSpc>
              <a:spcBef>
                <a:spcPts val="100"/>
              </a:spcBef>
            </a:pPr>
            <a:r>
              <a:rPr dirty="0" spc="70" sz="3200">
                <a:latin typeface="Tahoma"/>
              </a:rPr>
              <a:t xml:space="preserve">RandomForest, 32 features, ROC-AUC 0.9308, 10/10 GSQL queries, 7/7 MCP tools live and 5 refused.</a:t>
            </a: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316670" y="8799206"/>
            <a:ext cx="1520732" cy="552646"/>
          </a:xfrm>
          <a:prstGeom prst="rect">
            <a:avLst/>
          </a:prstGeom>
        </p:spPr>
      </p:pic>
      <p:sp>
        <p:nvSpPr>
          <p:cNvPr id="13" name="object 1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63500">
              <a:lnSpc>
                <a:spcPts val="3370"/>
              </a:lnSpc>
            </a:pPr>
            <a:fld id="{81D60167-4931-47E6-BA6A-407CBD079E47}" type="slidenum">
              <a:rPr dirty="0" spc="-50"/>
              <a:t>1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9" name="object 9"/>
          <p:cNvGrpSpPr/>
          <p:nvPr/>
        </p:nvGrpSpPr>
        <p:grpSpPr>
          <a:xfrm>
            <a:off x="0" y="190417"/>
            <a:ext cx="4926330" cy="1278255"/>
            <a:chOff x="0" y="190417"/>
            <a:chExt cx="4926330" cy="1278255"/>
          </a:xfrm>
        </p:grpSpPr>
        <p:sp>
          <p:nvSpPr>
            <p:cNvPr id="10" name="object 10"/>
            <p:cNvSpPr/>
            <p:nvPr/>
          </p:nvSpPr>
          <p:spPr>
            <a:xfrm>
              <a:off x="0" y="420096"/>
              <a:ext cx="4926330" cy="843915"/>
            </a:xfrm>
            <a:custGeom>
              <a:avLst/>
              <a:gdLst/>
              <a:ahLst/>
              <a:cxnLst/>
              <a:rect l="l" t="t" r="r" b="b"/>
              <a:pathLst>
                <a:path w="4926330" h="843915">
                  <a:moveTo>
                    <a:pt x="0" y="101316"/>
                  </a:moveTo>
                  <a:lnTo>
                    <a:pt x="0" y="0"/>
                  </a:lnTo>
                  <a:lnTo>
                    <a:pt x="6712" y="6792"/>
                  </a:lnTo>
                  <a:lnTo>
                    <a:pt x="17263" y="27663"/>
                  </a:lnTo>
                  <a:lnTo>
                    <a:pt x="1471154" y="27663"/>
                  </a:lnTo>
                  <a:lnTo>
                    <a:pt x="1517268" y="73778"/>
                  </a:lnTo>
                  <a:lnTo>
                    <a:pt x="17263" y="73778"/>
                  </a:lnTo>
                  <a:lnTo>
                    <a:pt x="6745" y="94410"/>
                  </a:lnTo>
                  <a:lnTo>
                    <a:pt x="6649" y="94599"/>
                  </a:lnTo>
                  <a:lnTo>
                    <a:pt x="0" y="101316"/>
                  </a:lnTo>
                  <a:close/>
                </a:path>
                <a:path w="4926330" h="843915">
                  <a:moveTo>
                    <a:pt x="1655722" y="420253"/>
                  </a:moveTo>
                  <a:lnTo>
                    <a:pt x="1590103" y="420253"/>
                  </a:lnTo>
                  <a:lnTo>
                    <a:pt x="1694283" y="316074"/>
                  </a:lnTo>
                  <a:lnTo>
                    <a:pt x="1451986" y="73778"/>
                  </a:lnTo>
                  <a:lnTo>
                    <a:pt x="1517268" y="73778"/>
                  </a:lnTo>
                  <a:lnTo>
                    <a:pt x="1726980" y="283489"/>
                  </a:lnTo>
                  <a:lnTo>
                    <a:pt x="1792486" y="283489"/>
                  </a:lnTo>
                  <a:lnTo>
                    <a:pt x="1759902" y="316074"/>
                  </a:lnTo>
                  <a:lnTo>
                    <a:pt x="1759677" y="316074"/>
                  </a:lnTo>
                  <a:lnTo>
                    <a:pt x="1792599" y="348996"/>
                  </a:lnTo>
                  <a:lnTo>
                    <a:pt x="1726980" y="348996"/>
                  </a:lnTo>
                  <a:lnTo>
                    <a:pt x="1655722" y="420253"/>
                  </a:lnTo>
                  <a:close/>
                </a:path>
                <a:path w="4926330" h="843915">
                  <a:moveTo>
                    <a:pt x="1792486" y="283489"/>
                  </a:moveTo>
                  <a:lnTo>
                    <a:pt x="1726980" y="283489"/>
                  </a:lnTo>
                  <a:lnTo>
                    <a:pt x="1916059" y="94410"/>
                  </a:lnTo>
                  <a:lnTo>
                    <a:pt x="3733563" y="94410"/>
                  </a:lnTo>
                  <a:lnTo>
                    <a:pt x="3733563" y="140750"/>
                  </a:lnTo>
                  <a:lnTo>
                    <a:pt x="1935226" y="140750"/>
                  </a:lnTo>
                  <a:lnTo>
                    <a:pt x="1792486" y="283489"/>
                  </a:lnTo>
                  <a:close/>
                </a:path>
                <a:path w="4926330" h="843915">
                  <a:moveTo>
                    <a:pt x="1446011" y="629628"/>
                  </a:moveTo>
                  <a:lnTo>
                    <a:pt x="0" y="629628"/>
                  </a:lnTo>
                  <a:lnTo>
                    <a:pt x="0" y="583400"/>
                  </a:lnTo>
                  <a:lnTo>
                    <a:pt x="1426956" y="583400"/>
                  </a:lnTo>
                  <a:lnTo>
                    <a:pt x="1557406" y="452950"/>
                  </a:lnTo>
                  <a:lnTo>
                    <a:pt x="1433721" y="329265"/>
                  </a:lnTo>
                  <a:lnTo>
                    <a:pt x="0" y="329265"/>
                  </a:lnTo>
                  <a:lnTo>
                    <a:pt x="0" y="282926"/>
                  </a:lnTo>
                  <a:lnTo>
                    <a:pt x="1452776" y="282926"/>
                  </a:lnTo>
                  <a:lnTo>
                    <a:pt x="1590103" y="420253"/>
                  </a:lnTo>
                  <a:lnTo>
                    <a:pt x="1655722" y="420253"/>
                  </a:lnTo>
                  <a:lnTo>
                    <a:pt x="1622800" y="453175"/>
                  </a:lnTo>
                  <a:lnTo>
                    <a:pt x="1655273" y="485648"/>
                  </a:lnTo>
                  <a:lnTo>
                    <a:pt x="1589990" y="485648"/>
                  </a:lnTo>
                  <a:lnTo>
                    <a:pt x="1446011" y="629628"/>
                  </a:lnTo>
                  <a:close/>
                </a:path>
                <a:path w="4926330" h="843915">
                  <a:moveTo>
                    <a:pt x="4222963" y="386541"/>
                  </a:moveTo>
                  <a:lnTo>
                    <a:pt x="4081053" y="386541"/>
                  </a:lnTo>
                  <a:lnTo>
                    <a:pt x="4091667" y="365720"/>
                  </a:lnTo>
                  <a:lnTo>
                    <a:pt x="4107958" y="349264"/>
                  </a:lnTo>
                  <a:lnTo>
                    <a:pt x="4128667" y="338452"/>
                  </a:lnTo>
                  <a:lnTo>
                    <a:pt x="4152536" y="334564"/>
                  </a:lnTo>
                  <a:lnTo>
                    <a:pt x="4181773" y="340462"/>
                  </a:lnTo>
                  <a:lnTo>
                    <a:pt x="4205640" y="356550"/>
                  </a:lnTo>
                  <a:lnTo>
                    <a:pt x="4221728" y="380418"/>
                  </a:lnTo>
                  <a:lnTo>
                    <a:pt x="4222963" y="386541"/>
                  </a:lnTo>
                  <a:close/>
                </a:path>
                <a:path w="4926330" h="843915">
                  <a:moveTo>
                    <a:pt x="2047072" y="603470"/>
                  </a:moveTo>
                  <a:lnTo>
                    <a:pt x="1981453" y="603470"/>
                  </a:lnTo>
                  <a:lnTo>
                    <a:pt x="1726980" y="348996"/>
                  </a:lnTo>
                  <a:lnTo>
                    <a:pt x="1792599" y="348996"/>
                  </a:lnTo>
                  <a:lnTo>
                    <a:pt x="1830145" y="386541"/>
                  </a:lnTo>
                  <a:lnTo>
                    <a:pt x="4222963" y="386541"/>
                  </a:lnTo>
                  <a:lnTo>
                    <a:pt x="4227626" y="409655"/>
                  </a:lnTo>
                  <a:lnTo>
                    <a:pt x="4222963" y="432768"/>
                  </a:lnTo>
                  <a:lnTo>
                    <a:pt x="1876371" y="432768"/>
                  </a:lnTo>
                  <a:lnTo>
                    <a:pt x="2047072" y="603470"/>
                  </a:lnTo>
                  <a:close/>
                </a:path>
                <a:path w="4926330" h="843915">
                  <a:moveTo>
                    <a:pt x="4152536" y="484745"/>
                  </a:moveTo>
                  <a:lnTo>
                    <a:pt x="4128667" y="480873"/>
                  </a:lnTo>
                  <a:lnTo>
                    <a:pt x="4107958" y="470088"/>
                  </a:lnTo>
                  <a:lnTo>
                    <a:pt x="4091667" y="453637"/>
                  </a:lnTo>
                  <a:lnTo>
                    <a:pt x="4081053" y="432768"/>
                  </a:lnTo>
                  <a:lnTo>
                    <a:pt x="4222963" y="432768"/>
                  </a:lnTo>
                  <a:lnTo>
                    <a:pt x="4221728" y="438892"/>
                  </a:lnTo>
                  <a:lnTo>
                    <a:pt x="4205640" y="462759"/>
                  </a:lnTo>
                  <a:lnTo>
                    <a:pt x="4181773" y="478847"/>
                  </a:lnTo>
                  <a:lnTo>
                    <a:pt x="4152536" y="484745"/>
                  </a:lnTo>
                  <a:close/>
                </a:path>
                <a:path w="4926330" h="843915">
                  <a:moveTo>
                    <a:pt x="4127506" y="649697"/>
                  </a:moveTo>
                  <a:lnTo>
                    <a:pt x="1754039" y="649697"/>
                  </a:lnTo>
                  <a:lnTo>
                    <a:pt x="1589990" y="485648"/>
                  </a:lnTo>
                  <a:lnTo>
                    <a:pt x="1655273" y="485648"/>
                  </a:lnTo>
                  <a:lnTo>
                    <a:pt x="1773094" y="603470"/>
                  </a:lnTo>
                  <a:lnTo>
                    <a:pt x="4127506" y="603470"/>
                  </a:lnTo>
                  <a:lnTo>
                    <a:pt x="4127506" y="649697"/>
                  </a:lnTo>
                  <a:close/>
                </a:path>
                <a:path w="4926330" h="843915">
                  <a:moveTo>
                    <a:pt x="4853718" y="843624"/>
                  </a:moveTo>
                  <a:lnTo>
                    <a:pt x="4829848" y="839752"/>
                  </a:lnTo>
                  <a:lnTo>
                    <a:pt x="4809140" y="828967"/>
                  </a:lnTo>
                  <a:lnTo>
                    <a:pt x="4792849" y="812516"/>
                  </a:lnTo>
                  <a:lnTo>
                    <a:pt x="4782235" y="791647"/>
                  </a:lnTo>
                  <a:lnTo>
                    <a:pt x="2169742" y="791647"/>
                  </a:lnTo>
                  <a:lnTo>
                    <a:pt x="2027792" y="649697"/>
                  </a:lnTo>
                  <a:lnTo>
                    <a:pt x="2093300" y="649697"/>
                  </a:lnTo>
                  <a:lnTo>
                    <a:pt x="2189023" y="745420"/>
                  </a:lnTo>
                  <a:lnTo>
                    <a:pt x="4924145" y="745420"/>
                  </a:lnTo>
                  <a:lnTo>
                    <a:pt x="4926314" y="756172"/>
                  </a:lnTo>
                  <a:lnTo>
                    <a:pt x="4926314" y="780895"/>
                  </a:lnTo>
                  <a:lnTo>
                    <a:pt x="4922910" y="797770"/>
                  </a:lnTo>
                  <a:lnTo>
                    <a:pt x="4906822" y="821638"/>
                  </a:lnTo>
                  <a:lnTo>
                    <a:pt x="4882955" y="837726"/>
                  </a:lnTo>
                  <a:lnTo>
                    <a:pt x="4853718" y="843624"/>
                  </a:lnTo>
                  <a:close/>
                </a:path>
                <a:path w="4926330" h="843915">
                  <a:moveTo>
                    <a:pt x="4924145" y="745420"/>
                  </a:moveTo>
                  <a:lnTo>
                    <a:pt x="4782235" y="745420"/>
                  </a:lnTo>
                  <a:lnTo>
                    <a:pt x="4792849" y="724598"/>
                  </a:lnTo>
                  <a:lnTo>
                    <a:pt x="4809140" y="708142"/>
                  </a:lnTo>
                  <a:lnTo>
                    <a:pt x="4829848" y="697331"/>
                  </a:lnTo>
                  <a:lnTo>
                    <a:pt x="4853718" y="693443"/>
                  </a:lnTo>
                  <a:lnTo>
                    <a:pt x="4882955" y="699341"/>
                  </a:lnTo>
                  <a:lnTo>
                    <a:pt x="4906822" y="715429"/>
                  </a:lnTo>
                  <a:lnTo>
                    <a:pt x="4922910" y="739296"/>
                  </a:lnTo>
                  <a:lnTo>
                    <a:pt x="4924145" y="745420"/>
                  </a:lnTo>
                  <a:close/>
                </a:path>
              </a:pathLst>
            </a:custGeom>
            <a:solidFill>
              <a:srgbClr val="8BEF3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238248" y="190417"/>
              <a:ext cx="3084830" cy="1278255"/>
            </a:xfrm>
            <a:custGeom>
              <a:avLst/>
              <a:gdLst/>
              <a:ahLst/>
              <a:cxnLst/>
              <a:rect l="l" t="t" r="r" b="b"/>
              <a:pathLst>
                <a:path w="3084829" h="1278255">
                  <a:moveTo>
                    <a:pt x="2447187" y="1277823"/>
                  </a:moveTo>
                  <a:lnTo>
                    <a:pt x="638911" y="1277823"/>
                  </a:lnTo>
                  <a:lnTo>
                    <a:pt x="591229" y="1276071"/>
                  </a:lnTo>
                  <a:lnTo>
                    <a:pt x="544498" y="1270896"/>
                  </a:lnTo>
                  <a:lnTo>
                    <a:pt x="498842" y="1262422"/>
                  </a:lnTo>
                  <a:lnTo>
                    <a:pt x="454385" y="1250772"/>
                  </a:lnTo>
                  <a:lnTo>
                    <a:pt x="411251" y="1236071"/>
                  </a:lnTo>
                  <a:lnTo>
                    <a:pt x="369562" y="1218441"/>
                  </a:lnTo>
                  <a:lnTo>
                    <a:pt x="329443" y="1198007"/>
                  </a:lnTo>
                  <a:lnTo>
                    <a:pt x="291017" y="1174891"/>
                  </a:lnTo>
                  <a:lnTo>
                    <a:pt x="254408" y="1149217"/>
                  </a:lnTo>
                  <a:lnTo>
                    <a:pt x="219738" y="1121109"/>
                  </a:lnTo>
                  <a:lnTo>
                    <a:pt x="187132" y="1090690"/>
                  </a:lnTo>
                  <a:lnTo>
                    <a:pt x="156714" y="1058084"/>
                  </a:lnTo>
                  <a:lnTo>
                    <a:pt x="128606" y="1023415"/>
                  </a:lnTo>
                  <a:lnTo>
                    <a:pt x="102932" y="986806"/>
                  </a:lnTo>
                  <a:lnTo>
                    <a:pt x="79816" y="948380"/>
                  </a:lnTo>
                  <a:lnTo>
                    <a:pt x="59382" y="908260"/>
                  </a:lnTo>
                  <a:lnTo>
                    <a:pt x="41752" y="866572"/>
                  </a:lnTo>
                  <a:lnTo>
                    <a:pt x="27050" y="823438"/>
                  </a:lnTo>
                  <a:lnTo>
                    <a:pt x="15401" y="778981"/>
                  </a:lnTo>
                  <a:lnTo>
                    <a:pt x="6927" y="733325"/>
                  </a:lnTo>
                  <a:lnTo>
                    <a:pt x="1752" y="686594"/>
                  </a:lnTo>
                  <a:lnTo>
                    <a:pt x="0" y="638911"/>
                  </a:lnTo>
                  <a:lnTo>
                    <a:pt x="1752" y="591229"/>
                  </a:lnTo>
                  <a:lnTo>
                    <a:pt x="6927" y="544498"/>
                  </a:lnTo>
                  <a:lnTo>
                    <a:pt x="15401" y="498842"/>
                  </a:lnTo>
                  <a:lnTo>
                    <a:pt x="27050" y="454385"/>
                  </a:lnTo>
                  <a:lnTo>
                    <a:pt x="41752" y="411251"/>
                  </a:lnTo>
                  <a:lnTo>
                    <a:pt x="59382" y="369562"/>
                  </a:lnTo>
                  <a:lnTo>
                    <a:pt x="79816" y="329443"/>
                  </a:lnTo>
                  <a:lnTo>
                    <a:pt x="102932" y="291017"/>
                  </a:lnTo>
                  <a:lnTo>
                    <a:pt x="128606" y="254408"/>
                  </a:lnTo>
                  <a:lnTo>
                    <a:pt x="156714" y="219738"/>
                  </a:lnTo>
                  <a:lnTo>
                    <a:pt x="187132" y="187132"/>
                  </a:lnTo>
                  <a:lnTo>
                    <a:pt x="219738" y="156714"/>
                  </a:lnTo>
                  <a:lnTo>
                    <a:pt x="254408" y="128606"/>
                  </a:lnTo>
                  <a:lnTo>
                    <a:pt x="291017" y="102932"/>
                  </a:lnTo>
                  <a:lnTo>
                    <a:pt x="329443" y="79816"/>
                  </a:lnTo>
                  <a:lnTo>
                    <a:pt x="369562" y="59382"/>
                  </a:lnTo>
                  <a:lnTo>
                    <a:pt x="411251" y="41752"/>
                  </a:lnTo>
                  <a:lnTo>
                    <a:pt x="454385" y="27050"/>
                  </a:lnTo>
                  <a:lnTo>
                    <a:pt x="498842" y="15401"/>
                  </a:lnTo>
                  <a:lnTo>
                    <a:pt x="544498" y="6927"/>
                  </a:lnTo>
                  <a:lnTo>
                    <a:pt x="591229" y="1752"/>
                  </a:lnTo>
                  <a:lnTo>
                    <a:pt x="638911" y="0"/>
                  </a:lnTo>
                  <a:lnTo>
                    <a:pt x="2447187" y="0"/>
                  </a:lnTo>
                  <a:lnTo>
                    <a:pt x="2494870" y="1752"/>
                  </a:lnTo>
                  <a:lnTo>
                    <a:pt x="2541601" y="6927"/>
                  </a:lnTo>
                  <a:lnTo>
                    <a:pt x="2587257" y="15401"/>
                  </a:lnTo>
                  <a:lnTo>
                    <a:pt x="2631713" y="27050"/>
                  </a:lnTo>
                  <a:lnTo>
                    <a:pt x="2674848" y="41752"/>
                  </a:lnTo>
                  <a:lnTo>
                    <a:pt x="2716536" y="59382"/>
                  </a:lnTo>
                  <a:lnTo>
                    <a:pt x="2756655" y="79816"/>
                  </a:lnTo>
                  <a:lnTo>
                    <a:pt x="2795081" y="102932"/>
                  </a:lnTo>
                  <a:lnTo>
                    <a:pt x="2831691" y="128606"/>
                  </a:lnTo>
                  <a:lnTo>
                    <a:pt x="2866360" y="156714"/>
                  </a:lnTo>
                  <a:lnTo>
                    <a:pt x="2898966" y="187132"/>
                  </a:lnTo>
                  <a:lnTo>
                    <a:pt x="2929385" y="219738"/>
                  </a:lnTo>
                  <a:lnTo>
                    <a:pt x="2957493" y="254408"/>
                  </a:lnTo>
                  <a:lnTo>
                    <a:pt x="2983166" y="291017"/>
                  </a:lnTo>
                  <a:lnTo>
                    <a:pt x="3006282" y="329443"/>
                  </a:lnTo>
                  <a:lnTo>
                    <a:pt x="3026717" y="369562"/>
                  </a:lnTo>
                  <a:lnTo>
                    <a:pt x="3044347" y="411251"/>
                  </a:lnTo>
                  <a:lnTo>
                    <a:pt x="3059048" y="454385"/>
                  </a:lnTo>
                  <a:lnTo>
                    <a:pt x="3070698" y="498842"/>
                  </a:lnTo>
                  <a:lnTo>
                    <a:pt x="3079172" y="544498"/>
                  </a:lnTo>
                  <a:lnTo>
                    <a:pt x="3084347" y="591229"/>
                  </a:lnTo>
                  <a:lnTo>
                    <a:pt x="3084746" y="602094"/>
                  </a:lnTo>
                  <a:lnTo>
                    <a:pt x="3084746" y="675729"/>
                  </a:lnTo>
                  <a:lnTo>
                    <a:pt x="3079172" y="733325"/>
                  </a:lnTo>
                  <a:lnTo>
                    <a:pt x="3070698" y="778981"/>
                  </a:lnTo>
                  <a:lnTo>
                    <a:pt x="3059048" y="823438"/>
                  </a:lnTo>
                  <a:lnTo>
                    <a:pt x="3044347" y="866572"/>
                  </a:lnTo>
                  <a:lnTo>
                    <a:pt x="3026717" y="908260"/>
                  </a:lnTo>
                  <a:lnTo>
                    <a:pt x="3006282" y="948380"/>
                  </a:lnTo>
                  <a:lnTo>
                    <a:pt x="2983166" y="986806"/>
                  </a:lnTo>
                  <a:lnTo>
                    <a:pt x="2957493" y="1023415"/>
                  </a:lnTo>
                  <a:lnTo>
                    <a:pt x="2929385" y="1058084"/>
                  </a:lnTo>
                  <a:lnTo>
                    <a:pt x="2898966" y="1090690"/>
                  </a:lnTo>
                  <a:lnTo>
                    <a:pt x="2866360" y="1121109"/>
                  </a:lnTo>
                  <a:lnTo>
                    <a:pt x="2831691" y="1149217"/>
                  </a:lnTo>
                  <a:lnTo>
                    <a:pt x="2795081" y="1174891"/>
                  </a:lnTo>
                  <a:lnTo>
                    <a:pt x="2756655" y="1198007"/>
                  </a:lnTo>
                  <a:lnTo>
                    <a:pt x="2716536" y="1218441"/>
                  </a:lnTo>
                  <a:lnTo>
                    <a:pt x="2674848" y="1236071"/>
                  </a:lnTo>
                  <a:lnTo>
                    <a:pt x="2631713" y="1250772"/>
                  </a:lnTo>
                  <a:lnTo>
                    <a:pt x="2587257" y="1262422"/>
                  </a:lnTo>
                  <a:lnTo>
                    <a:pt x="2541601" y="1270896"/>
                  </a:lnTo>
                  <a:lnTo>
                    <a:pt x="2494870" y="1276071"/>
                  </a:lnTo>
                  <a:lnTo>
                    <a:pt x="2447187" y="1277823"/>
                  </a:lnTo>
                  <a:close/>
                </a:path>
              </a:pathLst>
            </a:custGeom>
            <a:solidFill>
              <a:srgbClr val="70B30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/>
          <p:nvPr/>
        </p:nvSpPr>
        <p:spPr>
          <a:xfrm>
            <a:off x="1170797" y="218039"/>
            <a:ext cx="3291840" cy="11112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8415" marR="5080" indent="-6350">
              <a:lnSpc>
                <a:spcPct val="116799"/>
              </a:lnSpc>
              <a:spcBef>
                <a:spcPts val="95"/>
              </a:spcBef>
            </a:pPr>
            <a:r>
              <a:rPr dirty="0" sz="3050" spc="-20" b="1">
                <a:latin typeface="Tahoma"/>
                <a:cs typeface="Tahoma"/>
              </a:rPr>
              <a:t xml:space="preserve">TAKY_SPACE</a:t>
            </a:r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215" sz="4400" b="1">
                <a:latin typeface="Trebuchet MS"/>
              </a:rPr>
              <a:t xml:space="preserve">SYSTEM ARCHITECTURE</a:t>
            </a:r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4422916" y="190416"/>
            <a:ext cx="3648074" cy="127634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51884" y="3213674"/>
            <a:ext cx="142875" cy="14287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51884" y="4189034"/>
            <a:ext cx="142875" cy="14287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51884" y="5164394"/>
            <a:ext cx="142875" cy="142874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702945">
              <a:lnSpc>
                <a:spcPct val="100000"/>
              </a:lnSpc>
              <a:spcBef>
                <a:spcPts val="100"/>
              </a:spcBef>
            </a:pPr>
            <a:r>
              <a:rPr dirty="0" spc="70" sz="3200">
                <a:latin typeface="Tahoma"/>
              </a:rPr>
              <a:t xml:space="preserve">14 architecture layers: 14 LIVE, 0 in progress, 0 architectural, each tagged by the artifact proving it.</a:t>
            </a:r>
          </a:p>
          <a:p>
            <a:pPr marL="702945">
              <a:lnSpc>
                <a:spcPct val="100000"/>
              </a:lnSpc>
              <a:spcBef>
                <a:spcPts val="100"/>
              </a:spcBef>
            </a:pPr>
            <a:r>
              <a:rPr dirty="0" spc="70" sz="3200">
                <a:latin typeface="Tahoma"/>
              </a:rPr>
              <a:t xml:space="preserve">Nine-stage pipeline: trigger, triage, graph, evidence, ML, XAI, uncertainty, policy, next best action.</a:t>
            </a:r>
          </a:p>
          <a:p>
            <a:pPr marL="702945">
              <a:lnSpc>
                <a:spcPct val="100000"/>
              </a:lnSpc>
              <a:spcBef>
                <a:spcPts val="100"/>
              </a:spcBef>
            </a:pPr>
            <a:r>
              <a:rPr dirty="0" spc="70" sz="3200">
                <a:latin typeface="Tahoma"/>
              </a:rPr>
              <a:t xml:space="preserve">Every recommendation clears a policy gate before it reaches an analyst; graph writes stay blocked.</a:t>
            </a: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316670" y="8799206"/>
            <a:ext cx="1520732" cy="552646"/>
          </a:xfrm>
          <a:prstGeom prst="rect">
            <a:avLst/>
          </a:prstGeom>
        </p:spPr>
      </p:pic>
      <p:sp>
        <p:nvSpPr>
          <p:cNvPr id="13" name="object 1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63500">
              <a:lnSpc>
                <a:spcPts val="3370"/>
              </a:lnSpc>
            </a:pPr>
            <a:fld id="{81D60167-4931-47E6-BA6A-407CBD079E47}" type="slidenum">
              <a:rPr dirty="0" spc="-50"/>
              <a:t>1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Ashish Chandra</dc:creator>
  <cp:keywords>DAHU4H7df6Y,BAEYbrb5KRY</cp:keywords>
  <dc:title>HackBIOS_ppt</dc:title>
  <dcterms:created xsi:type="dcterms:W3CDTF">2026-09-29T11:58:36Z</dcterms:created>
  <dcterms:modified xsi:type="dcterms:W3CDTF">2026-09-29T11:58:36Z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v10.0.20290.1</vt:lpwstr>
  </property>
  <property fmtid="{D5CDD505-2E9C-101B-9397-08002B2CF9AE}" pid="3" name="Created">
    <vt:filetime>2026-09-11T00:00:00Z</vt:filetime>
  </property>
  <property fmtid="{D5CDD505-2E9C-101B-9397-08002B2CF9AE}" pid="4" name="Creator">
    <vt:lpwstr>Canva</vt:lpwstr>
  </property>
  <property fmtid="{D5CDD505-2E9C-101B-9397-08002B2CF9AE}" pid="5" name="LastSaved">
    <vt:filetime>2026-09-29T00:00:00Z</vt:filetime>
  </property>
  <property fmtid="{D5CDD505-2E9C-101B-9397-08002B2CF9AE}" pid="6" name="Producer">
    <vt:lpwstr>Canva</vt:lpwstr>
  </property>
</Properties>
</file>